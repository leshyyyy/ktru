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bookmarkIdSeed="2">
  <p:sldMasterIdLst>
    <p:sldMasterId id="2147483648" r:id="rId1"/>
  </p:sldMasterIdLst>
  <p:notesMasterIdLst>
    <p:notesMasterId r:id="rId37"/>
  </p:notesMasterIdLst>
  <p:handoutMasterIdLst>
    <p:handoutMasterId r:id="rId38"/>
  </p:handoutMasterIdLst>
  <p:sldIdLst>
    <p:sldId id="2147483145" r:id="rId2"/>
    <p:sldId id="2147483226" r:id="rId3"/>
    <p:sldId id="2147483243" r:id="rId4"/>
    <p:sldId id="2147483227" r:id="rId5"/>
    <p:sldId id="2147483228" r:id="rId6"/>
    <p:sldId id="2147483229" r:id="rId7"/>
    <p:sldId id="2147483241" r:id="rId8"/>
    <p:sldId id="2147483242" r:id="rId9"/>
    <p:sldId id="2147483230" r:id="rId10"/>
    <p:sldId id="2147483244" r:id="rId11"/>
    <p:sldId id="2147483245" r:id="rId12"/>
    <p:sldId id="2147483231" r:id="rId13"/>
    <p:sldId id="2147483246" r:id="rId14"/>
    <p:sldId id="2147483247" r:id="rId15"/>
    <p:sldId id="2147483248" r:id="rId16"/>
    <p:sldId id="2147483249" r:id="rId17"/>
    <p:sldId id="2147483250" r:id="rId18"/>
    <p:sldId id="2147483251" r:id="rId19"/>
    <p:sldId id="2147483252" r:id="rId20"/>
    <p:sldId id="2147483253" r:id="rId21"/>
    <p:sldId id="2147483254" r:id="rId22"/>
    <p:sldId id="2147483255" r:id="rId23"/>
    <p:sldId id="2147483256" r:id="rId24"/>
    <p:sldId id="2147483257" r:id="rId25"/>
    <p:sldId id="2147483258" r:id="rId26"/>
    <p:sldId id="2147483259" r:id="rId27"/>
    <p:sldId id="2147483260" r:id="rId28"/>
    <p:sldId id="2147483261" r:id="rId29"/>
    <p:sldId id="2147483262" r:id="rId30"/>
    <p:sldId id="2147483263" r:id="rId31"/>
    <p:sldId id="2147483264" r:id="rId32"/>
    <p:sldId id="2147483265" r:id="rId33"/>
    <p:sldId id="2147483266" r:id="rId34"/>
    <p:sldId id="2147483267" r:id="rId35"/>
    <p:sldId id="2147483268" r:id="rId3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уководство по использованию шаблона" id="{7ED53821-3566-9244-B139-EB5F1617EB52}">
          <p14:sldIdLst>
            <p14:sldId id="2147483145"/>
            <p14:sldId id="2147483226"/>
            <p14:sldId id="2147483243"/>
            <p14:sldId id="2147483227"/>
            <p14:sldId id="2147483228"/>
            <p14:sldId id="2147483229"/>
            <p14:sldId id="2147483241"/>
            <p14:sldId id="2147483242"/>
            <p14:sldId id="2147483230"/>
            <p14:sldId id="2147483244"/>
            <p14:sldId id="2147483245"/>
            <p14:sldId id="2147483231"/>
            <p14:sldId id="2147483246"/>
            <p14:sldId id="2147483247"/>
            <p14:sldId id="2147483248"/>
            <p14:sldId id="2147483249"/>
            <p14:sldId id="2147483250"/>
            <p14:sldId id="2147483251"/>
            <p14:sldId id="2147483252"/>
            <p14:sldId id="2147483253"/>
            <p14:sldId id="2147483254"/>
            <p14:sldId id="2147483255"/>
            <p14:sldId id="2147483256"/>
            <p14:sldId id="2147483257"/>
            <p14:sldId id="2147483258"/>
            <p14:sldId id="2147483259"/>
            <p14:sldId id="2147483260"/>
            <p14:sldId id="2147483261"/>
            <p14:sldId id="2147483262"/>
            <p14:sldId id="2147483263"/>
            <p14:sldId id="2147483264"/>
            <p14:sldId id="2147483265"/>
            <p14:sldId id="2147483266"/>
            <p14:sldId id="2147483267"/>
            <p14:sldId id="2147483268"/>
          </p14:sldIdLst>
        </p14:section>
      </p14:sectionLst>
    </p:ext>
    <p:ext uri="{EFAFB233-063F-42B5-8137-9DF3F51BA10A}">
      <p15:sldGuideLst xmlns:p15="http://schemas.microsoft.com/office/powerpoint/2012/main">
        <p15:guide id="1" pos="7197" userDrawn="1">
          <p15:clr>
            <a:srgbClr val="A4A3A4"/>
          </p15:clr>
        </p15:guide>
        <p15:guide id="2" orient="horz" pos="161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0022"/>
    <a:srgbClr val="2D313C"/>
    <a:srgbClr val="D7D8DA"/>
    <a:srgbClr val="E3E5E8"/>
    <a:srgbClr val="3DDC97"/>
    <a:srgbClr val="6C63FF"/>
    <a:srgbClr val="ECC125"/>
    <a:srgbClr val="003EAA"/>
    <a:srgbClr val="00B5D8"/>
    <a:srgbClr val="CCCE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7B26C5-4107-4FEC-AEDC-1716B250A1EF}" styleName="Светлый стиль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412" autoAdjust="0"/>
    <p:restoredTop sz="96356" autoAdjust="0"/>
  </p:normalViewPr>
  <p:slideViewPr>
    <p:cSldViewPr snapToGrid="0" showGuides="1">
      <p:cViewPr varScale="1">
        <p:scale>
          <a:sx n="87" d="100"/>
          <a:sy n="87" d="100"/>
        </p:scale>
        <p:origin x="643" y="58"/>
      </p:cViewPr>
      <p:guideLst>
        <p:guide pos="7197"/>
        <p:guide orient="horz" pos="161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122" d="100"/>
          <a:sy n="122" d="100"/>
        </p:scale>
        <p:origin x="385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FB868283-011D-B011-5CFE-080451D2DD4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>
              <a:latin typeface="Onest" pitchFamily="2" charset="0"/>
            </a:endParaRP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BF9F5E4A-4EFF-A8D4-E794-C11BF66402F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6E3128-F378-FB48-88E4-3164B495C6F8}" type="datetimeFigureOut">
              <a:rPr lang="ru-RU" smtClean="0">
                <a:latin typeface="Onest" pitchFamily="2" charset="0"/>
              </a:rPr>
              <a:t>01.10.2026</a:t>
            </a:fld>
            <a:endParaRPr lang="ru-RU" dirty="0">
              <a:latin typeface="Onest" pitchFamily="2" charset="0"/>
            </a:endParaRP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4051BCB-DFB4-30BB-58A9-4490D423F7E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>
              <a:latin typeface="Onest" pitchFamily="2" charset="0"/>
            </a:endParaRP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3B90D8E-3089-FCAE-69AC-6CB6C65216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9EDE80-E35A-3442-A41F-41106CD604EC}" type="slidenum">
              <a:rPr lang="ru-RU" smtClean="0">
                <a:latin typeface="Onest" pitchFamily="2" charset="0"/>
              </a:rPr>
              <a:t>‹#›</a:t>
            </a:fld>
            <a:endParaRPr lang="ru-RU" dirty="0">
              <a:latin typeface="Ones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7916630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Onest" pitchFamily="2" charset="0"/>
              </a:defRPr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Onest" pitchFamily="2" charset="0"/>
              </a:defRPr>
            </a:lvl1pPr>
          </a:lstStyle>
          <a:p>
            <a:fld id="{7D00569D-0BA2-E741-B606-F1DB9FFA0315}" type="datetimeFigureOut">
              <a:rPr lang="ru-RU" smtClean="0"/>
              <a:pPr/>
              <a:t>01.10.2026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Onest" pitchFamily="2" charset="0"/>
              </a:defRPr>
            </a:lvl1pPr>
          </a:lstStyle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Onest" pitchFamily="2" charset="0"/>
              </a:defRPr>
            </a:lvl1pPr>
          </a:lstStyle>
          <a:p>
            <a:fld id="{698DDFA1-DAFE-6147-87A0-E24352B07F6A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045919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Onest" pitchFamily="2" charset="0"/>
        <a:ea typeface="+mn-ea"/>
        <a:cs typeface="+mn-cs"/>
      </a:defRPr>
    </a:lvl1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Пользовательский макет">
    <p:bg>
      <p:bgPr>
        <a:solidFill>
          <a:srgbClr val="E3E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олилиния 4">
            <a:extLst>
              <a:ext uri="{FF2B5EF4-FFF2-40B4-BE49-F238E27FC236}">
                <a16:creationId xmlns:a16="http://schemas.microsoft.com/office/drawing/2014/main" id="{60712AE6-E7F9-64A4-E749-646423448BD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9394542 w 12192000"/>
              <a:gd name="connsiteY0" fmla="*/ 5803961 h 6858000"/>
              <a:gd name="connsiteX1" fmla="*/ 8571669 w 12192000"/>
              <a:gd name="connsiteY1" fmla="*/ 6626193 h 6858000"/>
              <a:gd name="connsiteX2" fmla="*/ 9775217 w 12192000"/>
              <a:gd name="connsiteY2" fmla="*/ 6626193 h 6858000"/>
              <a:gd name="connsiteX3" fmla="*/ 9775217 w 12192000"/>
              <a:gd name="connsiteY3" fmla="*/ 6184635 h 6858000"/>
              <a:gd name="connsiteX4" fmla="*/ 6936818 w 12192000"/>
              <a:gd name="connsiteY4" fmla="*/ 5803961 h 6858000"/>
              <a:gd name="connsiteX5" fmla="*/ 6113945 w 12192000"/>
              <a:gd name="connsiteY5" fmla="*/ 6626193 h 6858000"/>
              <a:gd name="connsiteX6" fmla="*/ 7317493 w 12192000"/>
              <a:gd name="connsiteY6" fmla="*/ 6626193 h 6858000"/>
              <a:gd name="connsiteX7" fmla="*/ 7317493 w 12192000"/>
              <a:gd name="connsiteY7" fmla="*/ 6184635 h 6858000"/>
              <a:gd name="connsiteX8" fmla="*/ 10171273 w 12192000"/>
              <a:gd name="connsiteY8" fmla="*/ 5803320 h 6858000"/>
              <a:gd name="connsiteX9" fmla="*/ 9790597 w 12192000"/>
              <a:gd name="connsiteY9" fmla="*/ 6183996 h 6858000"/>
              <a:gd name="connsiteX10" fmla="*/ 9790597 w 12192000"/>
              <a:gd name="connsiteY10" fmla="*/ 6625553 h 6858000"/>
              <a:gd name="connsiteX11" fmla="*/ 10994146 w 12192000"/>
              <a:gd name="connsiteY11" fmla="*/ 6625553 h 6858000"/>
              <a:gd name="connsiteX12" fmla="*/ 7713549 w 12192000"/>
              <a:gd name="connsiteY12" fmla="*/ 5803320 h 6858000"/>
              <a:gd name="connsiteX13" fmla="*/ 7332234 w 12192000"/>
              <a:gd name="connsiteY13" fmla="*/ 6183996 h 6858000"/>
              <a:gd name="connsiteX14" fmla="*/ 7332234 w 12192000"/>
              <a:gd name="connsiteY14" fmla="*/ 6625553 h 6858000"/>
              <a:gd name="connsiteX15" fmla="*/ 8535780 w 12192000"/>
              <a:gd name="connsiteY15" fmla="*/ 6625553 h 6858000"/>
              <a:gd name="connsiteX16" fmla="*/ 5255183 w 12192000"/>
              <a:gd name="connsiteY16" fmla="*/ 5803320 h 6858000"/>
              <a:gd name="connsiteX17" fmla="*/ 4874509 w 12192000"/>
              <a:gd name="connsiteY17" fmla="*/ 6183996 h 6858000"/>
              <a:gd name="connsiteX18" fmla="*/ 4874509 w 12192000"/>
              <a:gd name="connsiteY18" fmla="*/ 6625553 h 6858000"/>
              <a:gd name="connsiteX19" fmla="*/ 6078056 w 12192000"/>
              <a:gd name="connsiteY19" fmla="*/ 6625553 h 6858000"/>
              <a:gd name="connsiteX20" fmla="*/ 4478452 w 12192000"/>
              <a:gd name="connsiteY20" fmla="*/ 5803320 h 6858000"/>
              <a:gd name="connsiteX21" fmla="*/ 3655579 w 12192000"/>
              <a:gd name="connsiteY21" fmla="*/ 6626193 h 6858000"/>
              <a:gd name="connsiteX22" fmla="*/ 4859127 w 12192000"/>
              <a:gd name="connsiteY22" fmla="*/ 6626193 h 6858000"/>
              <a:gd name="connsiteX23" fmla="*/ 4859127 w 12192000"/>
              <a:gd name="connsiteY23" fmla="*/ 6184635 h 6858000"/>
              <a:gd name="connsiteX24" fmla="*/ 2797458 w 12192000"/>
              <a:gd name="connsiteY24" fmla="*/ 5803320 h 6858000"/>
              <a:gd name="connsiteX25" fmla="*/ 2416143 w 12192000"/>
              <a:gd name="connsiteY25" fmla="*/ 6183996 h 6858000"/>
              <a:gd name="connsiteX26" fmla="*/ 2416143 w 12192000"/>
              <a:gd name="connsiteY26" fmla="*/ 6625553 h 6858000"/>
              <a:gd name="connsiteX27" fmla="*/ 3619692 w 12192000"/>
              <a:gd name="connsiteY27" fmla="*/ 6625553 h 6858000"/>
              <a:gd name="connsiteX28" fmla="*/ 2020727 w 12192000"/>
              <a:gd name="connsiteY28" fmla="*/ 5803320 h 6858000"/>
              <a:gd name="connsiteX29" fmla="*/ 1197855 w 12192000"/>
              <a:gd name="connsiteY29" fmla="*/ 6626193 h 6858000"/>
              <a:gd name="connsiteX30" fmla="*/ 2401403 w 12192000"/>
              <a:gd name="connsiteY30" fmla="*/ 6626193 h 6858000"/>
              <a:gd name="connsiteX31" fmla="*/ 2401403 w 12192000"/>
              <a:gd name="connsiteY31" fmla="*/ 6184635 h 6858000"/>
              <a:gd name="connsiteX32" fmla="*/ 9782908 w 12192000"/>
              <a:gd name="connsiteY32" fmla="*/ 5414956 h 6858000"/>
              <a:gd name="connsiteX33" fmla="*/ 9404796 w 12192000"/>
              <a:gd name="connsiteY33" fmla="*/ 5793066 h 6858000"/>
              <a:gd name="connsiteX34" fmla="*/ 9782908 w 12192000"/>
              <a:gd name="connsiteY34" fmla="*/ 6171177 h 6858000"/>
              <a:gd name="connsiteX35" fmla="*/ 10161019 w 12192000"/>
              <a:gd name="connsiteY35" fmla="*/ 5793066 h 6858000"/>
              <a:gd name="connsiteX36" fmla="*/ 7325184 w 12192000"/>
              <a:gd name="connsiteY36" fmla="*/ 5414956 h 6858000"/>
              <a:gd name="connsiteX37" fmla="*/ 6947071 w 12192000"/>
              <a:gd name="connsiteY37" fmla="*/ 5793066 h 6858000"/>
              <a:gd name="connsiteX38" fmla="*/ 7325184 w 12192000"/>
              <a:gd name="connsiteY38" fmla="*/ 6171177 h 6858000"/>
              <a:gd name="connsiteX39" fmla="*/ 7703295 w 12192000"/>
              <a:gd name="connsiteY39" fmla="*/ 5793066 h 6858000"/>
              <a:gd name="connsiteX40" fmla="*/ 4867460 w 12192000"/>
              <a:gd name="connsiteY40" fmla="*/ 5414956 h 6858000"/>
              <a:gd name="connsiteX41" fmla="*/ 4489347 w 12192000"/>
              <a:gd name="connsiteY41" fmla="*/ 5793066 h 6858000"/>
              <a:gd name="connsiteX42" fmla="*/ 4867460 w 12192000"/>
              <a:gd name="connsiteY42" fmla="*/ 6171177 h 6858000"/>
              <a:gd name="connsiteX43" fmla="*/ 5245571 w 12192000"/>
              <a:gd name="connsiteY43" fmla="*/ 5793066 h 6858000"/>
              <a:gd name="connsiteX44" fmla="*/ 2409094 w 12192000"/>
              <a:gd name="connsiteY44" fmla="*/ 5414956 h 6858000"/>
              <a:gd name="connsiteX45" fmla="*/ 2030981 w 12192000"/>
              <a:gd name="connsiteY45" fmla="*/ 5793066 h 6858000"/>
              <a:gd name="connsiteX46" fmla="*/ 2409094 w 12192000"/>
              <a:gd name="connsiteY46" fmla="*/ 6171177 h 6858000"/>
              <a:gd name="connsiteX47" fmla="*/ 2787204 w 12192000"/>
              <a:gd name="connsiteY47" fmla="*/ 5793066 h 6858000"/>
              <a:gd name="connsiteX48" fmla="*/ 11011449 w 12192000"/>
              <a:gd name="connsiteY48" fmla="*/ 4963144 h 6858000"/>
              <a:gd name="connsiteX49" fmla="*/ 10181527 w 12192000"/>
              <a:gd name="connsiteY49" fmla="*/ 5793066 h 6858000"/>
              <a:gd name="connsiteX50" fmla="*/ 11011449 w 12192000"/>
              <a:gd name="connsiteY50" fmla="*/ 6622989 h 6858000"/>
              <a:gd name="connsiteX51" fmla="*/ 11841371 w 12192000"/>
              <a:gd name="connsiteY51" fmla="*/ 5793066 h 6858000"/>
              <a:gd name="connsiteX52" fmla="*/ 8553725 w 12192000"/>
              <a:gd name="connsiteY52" fmla="*/ 4963144 h 6858000"/>
              <a:gd name="connsiteX53" fmla="*/ 7723803 w 12192000"/>
              <a:gd name="connsiteY53" fmla="*/ 5793066 h 6858000"/>
              <a:gd name="connsiteX54" fmla="*/ 8553725 w 12192000"/>
              <a:gd name="connsiteY54" fmla="*/ 6622989 h 6858000"/>
              <a:gd name="connsiteX55" fmla="*/ 9383647 w 12192000"/>
              <a:gd name="connsiteY55" fmla="*/ 5793066 h 6858000"/>
              <a:gd name="connsiteX56" fmla="*/ 6096000 w 12192000"/>
              <a:gd name="connsiteY56" fmla="*/ 4962503 h 6858000"/>
              <a:gd name="connsiteX57" fmla="*/ 5266078 w 12192000"/>
              <a:gd name="connsiteY57" fmla="*/ 5793066 h 6858000"/>
              <a:gd name="connsiteX58" fmla="*/ 6096000 w 12192000"/>
              <a:gd name="connsiteY58" fmla="*/ 6622989 h 6858000"/>
              <a:gd name="connsiteX59" fmla="*/ 6925923 w 12192000"/>
              <a:gd name="connsiteY59" fmla="*/ 5793066 h 6858000"/>
              <a:gd name="connsiteX60" fmla="*/ 3638276 w 12192000"/>
              <a:gd name="connsiteY60" fmla="*/ 4962503 h 6858000"/>
              <a:gd name="connsiteX61" fmla="*/ 2807712 w 12192000"/>
              <a:gd name="connsiteY61" fmla="*/ 5793066 h 6858000"/>
              <a:gd name="connsiteX62" fmla="*/ 3637635 w 12192000"/>
              <a:gd name="connsiteY62" fmla="*/ 6622989 h 6858000"/>
              <a:gd name="connsiteX63" fmla="*/ 4468198 w 12192000"/>
              <a:gd name="connsiteY63" fmla="*/ 5793066 h 6858000"/>
              <a:gd name="connsiteX64" fmla="*/ 1179910 w 12192000"/>
              <a:gd name="connsiteY64" fmla="*/ 4962503 h 6858000"/>
              <a:gd name="connsiteX65" fmla="*/ 349988 w 12192000"/>
              <a:gd name="connsiteY65" fmla="*/ 5793066 h 6858000"/>
              <a:gd name="connsiteX66" fmla="*/ 1179910 w 12192000"/>
              <a:gd name="connsiteY66" fmla="*/ 6622989 h 6858000"/>
              <a:gd name="connsiteX67" fmla="*/ 2009834 w 12192000"/>
              <a:gd name="connsiteY67" fmla="*/ 5793066 h 6858000"/>
              <a:gd name="connsiteX68" fmla="*/ 8571669 w 12192000"/>
              <a:gd name="connsiteY68" fmla="*/ 4959940 h 6858000"/>
              <a:gd name="connsiteX69" fmla="*/ 9394542 w 12192000"/>
              <a:gd name="connsiteY69" fmla="*/ 5782171 h 6858000"/>
              <a:gd name="connsiteX70" fmla="*/ 9775217 w 12192000"/>
              <a:gd name="connsiteY70" fmla="*/ 5401498 h 6858000"/>
              <a:gd name="connsiteX71" fmla="*/ 9775217 w 12192000"/>
              <a:gd name="connsiteY71" fmla="*/ 4959940 h 6858000"/>
              <a:gd name="connsiteX72" fmla="*/ 6113945 w 12192000"/>
              <a:gd name="connsiteY72" fmla="*/ 4959940 h 6858000"/>
              <a:gd name="connsiteX73" fmla="*/ 6936818 w 12192000"/>
              <a:gd name="connsiteY73" fmla="*/ 5782171 h 6858000"/>
              <a:gd name="connsiteX74" fmla="*/ 7317493 w 12192000"/>
              <a:gd name="connsiteY74" fmla="*/ 5401498 h 6858000"/>
              <a:gd name="connsiteX75" fmla="*/ 7317493 w 12192000"/>
              <a:gd name="connsiteY75" fmla="*/ 4959940 h 6858000"/>
              <a:gd name="connsiteX76" fmla="*/ 3655579 w 12192000"/>
              <a:gd name="connsiteY76" fmla="*/ 4959940 h 6858000"/>
              <a:gd name="connsiteX77" fmla="*/ 4478452 w 12192000"/>
              <a:gd name="connsiteY77" fmla="*/ 5782171 h 6858000"/>
              <a:gd name="connsiteX78" fmla="*/ 4859127 w 12192000"/>
              <a:gd name="connsiteY78" fmla="*/ 5401498 h 6858000"/>
              <a:gd name="connsiteX79" fmla="*/ 4859127 w 12192000"/>
              <a:gd name="connsiteY79" fmla="*/ 4959940 h 6858000"/>
              <a:gd name="connsiteX80" fmla="*/ 1197855 w 12192000"/>
              <a:gd name="connsiteY80" fmla="*/ 4959940 h 6858000"/>
              <a:gd name="connsiteX81" fmla="*/ 2020727 w 12192000"/>
              <a:gd name="connsiteY81" fmla="*/ 5782171 h 6858000"/>
              <a:gd name="connsiteX82" fmla="*/ 2401403 w 12192000"/>
              <a:gd name="connsiteY82" fmla="*/ 5401498 h 6858000"/>
              <a:gd name="connsiteX83" fmla="*/ 2401403 w 12192000"/>
              <a:gd name="connsiteY83" fmla="*/ 4959940 h 6858000"/>
              <a:gd name="connsiteX84" fmla="*/ 9790597 w 12192000"/>
              <a:gd name="connsiteY84" fmla="*/ 4959299 h 6858000"/>
              <a:gd name="connsiteX85" fmla="*/ 9790597 w 12192000"/>
              <a:gd name="connsiteY85" fmla="*/ 5401498 h 6858000"/>
              <a:gd name="connsiteX86" fmla="*/ 10171273 w 12192000"/>
              <a:gd name="connsiteY86" fmla="*/ 5782171 h 6858000"/>
              <a:gd name="connsiteX87" fmla="*/ 10994146 w 12192000"/>
              <a:gd name="connsiteY87" fmla="*/ 4959299 h 6858000"/>
              <a:gd name="connsiteX88" fmla="*/ 7332234 w 12192000"/>
              <a:gd name="connsiteY88" fmla="*/ 4959299 h 6858000"/>
              <a:gd name="connsiteX89" fmla="*/ 7332234 w 12192000"/>
              <a:gd name="connsiteY89" fmla="*/ 5401498 h 6858000"/>
              <a:gd name="connsiteX90" fmla="*/ 7712907 w 12192000"/>
              <a:gd name="connsiteY90" fmla="*/ 5782171 h 6858000"/>
              <a:gd name="connsiteX91" fmla="*/ 8535780 w 12192000"/>
              <a:gd name="connsiteY91" fmla="*/ 4959299 h 6858000"/>
              <a:gd name="connsiteX92" fmla="*/ 4874509 w 12192000"/>
              <a:gd name="connsiteY92" fmla="*/ 4959299 h 6858000"/>
              <a:gd name="connsiteX93" fmla="*/ 4874509 w 12192000"/>
              <a:gd name="connsiteY93" fmla="*/ 5401498 h 6858000"/>
              <a:gd name="connsiteX94" fmla="*/ 5255183 w 12192000"/>
              <a:gd name="connsiteY94" fmla="*/ 5782171 h 6858000"/>
              <a:gd name="connsiteX95" fmla="*/ 6078056 w 12192000"/>
              <a:gd name="connsiteY95" fmla="*/ 4959299 h 6858000"/>
              <a:gd name="connsiteX96" fmla="*/ 2416143 w 12192000"/>
              <a:gd name="connsiteY96" fmla="*/ 4959299 h 6858000"/>
              <a:gd name="connsiteX97" fmla="*/ 2416143 w 12192000"/>
              <a:gd name="connsiteY97" fmla="*/ 5401498 h 6858000"/>
              <a:gd name="connsiteX98" fmla="*/ 2796817 w 12192000"/>
              <a:gd name="connsiteY98" fmla="*/ 5782171 h 6858000"/>
              <a:gd name="connsiteX99" fmla="*/ 3619692 w 12192000"/>
              <a:gd name="connsiteY99" fmla="*/ 4959299 h 6858000"/>
              <a:gd name="connsiteX100" fmla="*/ 9394542 w 12192000"/>
              <a:gd name="connsiteY100" fmla="*/ 4122327 h 6858000"/>
              <a:gd name="connsiteX101" fmla="*/ 8571669 w 12192000"/>
              <a:gd name="connsiteY101" fmla="*/ 4944558 h 6858000"/>
              <a:gd name="connsiteX102" fmla="*/ 9775217 w 12192000"/>
              <a:gd name="connsiteY102" fmla="*/ 4944558 h 6858000"/>
              <a:gd name="connsiteX103" fmla="*/ 9775217 w 12192000"/>
              <a:gd name="connsiteY103" fmla="*/ 4503001 h 6858000"/>
              <a:gd name="connsiteX104" fmla="*/ 6936818 w 12192000"/>
              <a:gd name="connsiteY104" fmla="*/ 4122327 h 6858000"/>
              <a:gd name="connsiteX105" fmla="*/ 6113945 w 12192000"/>
              <a:gd name="connsiteY105" fmla="*/ 4944558 h 6858000"/>
              <a:gd name="connsiteX106" fmla="*/ 7317493 w 12192000"/>
              <a:gd name="connsiteY106" fmla="*/ 4944558 h 6858000"/>
              <a:gd name="connsiteX107" fmla="*/ 7317493 w 12192000"/>
              <a:gd name="connsiteY107" fmla="*/ 4503001 h 6858000"/>
              <a:gd name="connsiteX108" fmla="*/ 4478452 w 12192000"/>
              <a:gd name="connsiteY108" fmla="*/ 4122327 h 6858000"/>
              <a:gd name="connsiteX109" fmla="*/ 3655579 w 12192000"/>
              <a:gd name="connsiteY109" fmla="*/ 4944558 h 6858000"/>
              <a:gd name="connsiteX110" fmla="*/ 4859127 w 12192000"/>
              <a:gd name="connsiteY110" fmla="*/ 4944558 h 6858000"/>
              <a:gd name="connsiteX111" fmla="*/ 4859127 w 12192000"/>
              <a:gd name="connsiteY111" fmla="*/ 4503001 h 6858000"/>
              <a:gd name="connsiteX112" fmla="*/ 2020727 w 12192000"/>
              <a:gd name="connsiteY112" fmla="*/ 4122327 h 6858000"/>
              <a:gd name="connsiteX113" fmla="*/ 1197855 w 12192000"/>
              <a:gd name="connsiteY113" fmla="*/ 4944558 h 6858000"/>
              <a:gd name="connsiteX114" fmla="*/ 2401403 w 12192000"/>
              <a:gd name="connsiteY114" fmla="*/ 4944558 h 6858000"/>
              <a:gd name="connsiteX115" fmla="*/ 2401403 w 12192000"/>
              <a:gd name="connsiteY115" fmla="*/ 4503001 h 6858000"/>
              <a:gd name="connsiteX116" fmla="*/ 10171273 w 12192000"/>
              <a:gd name="connsiteY116" fmla="*/ 4121686 h 6858000"/>
              <a:gd name="connsiteX117" fmla="*/ 9790597 w 12192000"/>
              <a:gd name="connsiteY117" fmla="*/ 4503001 h 6858000"/>
              <a:gd name="connsiteX118" fmla="*/ 9790597 w 12192000"/>
              <a:gd name="connsiteY118" fmla="*/ 4944558 h 6858000"/>
              <a:gd name="connsiteX119" fmla="*/ 10994146 w 12192000"/>
              <a:gd name="connsiteY119" fmla="*/ 4944558 h 6858000"/>
              <a:gd name="connsiteX120" fmla="*/ 7712907 w 12192000"/>
              <a:gd name="connsiteY120" fmla="*/ 4121686 h 6858000"/>
              <a:gd name="connsiteX121" fmla="*/ 7332234 w 12192000"/>
              <a:gd name="connsiteY121" fmla="*/ 4503001 h 6858000"/>
              <a:gd name="connsiteX122" fmla="*/ 7332234 w 12192000"/>
              <a:gd name="connsiteY122" fmla="*/ 4944558 h 6858000"/>
              <a:gd name="connsiteX123" fmla="*/ 8535780 w 12192000"/>
              <a:gd name="connsiteY123" fmla="*/ 4944558 h 6858000"/>
              <a:gd name="connsiteX124" fmla="*/ 5255183 w 12192000"/>
              <a:gd name="connsiteY124" fmla="*/ 4121686 h 6858000"/>
              <a:gd name="connsiteX125" fmla="*/ 4874509 w 12192000"/>
              <a:gd name="connsiteY125" fmla="*/ 4503001 h 6858000"/>
              <a:gd name="connsiteX126" fmla="*/ 4874509 w 12192000"/>
              <a:gd name="connsiteY126" fmla="*/ 4944558 h 6858000"/>
              <a:gd name="connsiteX127" fmla="*/ 6078056 w 12192000"/>
              <a:gd name="connsiteY127" fmla="*/ 4944558 h 6858000"/>
              <a:gd name="connsiteX128" fmla="*/ 2797458 w 12192000"/>
              <a:gd name="connsiteY128" fmla="*/ 4121686 h 6858000"/>
              <a:gd name="connsiteX129" fmla="*/ 2416143 w 12192000"/>
              <a:gd name="connsiteY129" fmla="*/ 4503001 h 6858000"/>
              <a:gd name="connsiteX130" fmla="*/ 2416143 w 12192000"/>
              <a:gd name="connsiteY130" fmla="*/ 4944558 h 6858000"/>
              <a:gd name="connsiteX131" fmla="*/ 3619692 w 12192000"/>
              <a:gd name="connsiteY131" fmla="*/ 4944558 h 6858000"/>
              <a:gd name="connsiteX132" fmla="*/ 9782908 w 12192000"/>
              <a:gd name="connsiteY132" fmla="*/ 3733321 h 6858000"/>
              <a:gd name="connsiteX133" fmla="*/ 9404796 w 12192000"/>
              <a:gd name="connsiteY133" fmla="*/ 4111432 h 6858000"/>
              <a:gd name="connsiteX134" fmla="*/ 9782908 w 12192000"/>
              <a:gd name="connsiteY134" fmla="*/ 4489543 h 6858000"/>
              <a:gd name="connsiteX135" fmla="*/ 10161019 w 12192000"/>
              <a:gd name="connsiteY135" fmla="*/ 4111432 h 6858000"/>
              <a:gd name="connsiteX136" fmla="*/ 7325184 w 12192000"/>
              <a:gd name="connsiteY136" fmla="*/ 3733321 h 6858000"/>
              <a:gd name="connsiteX137" fmla="*/ 6947071 w 12192000"/>
              <a:gd name="connsiteY137" fmla="*/ 4111432 h 6858000"/>
              <a:gd name="connsiteX138" fmla="*/ 7325184 w 12192000"/>
              <a:gd name="connsiteY138" fmla="*/ 4489543 h 6858000"/>
              <a:gd name="connsiteX139" fmla="*/ 7703295 w 12192000"/>
              <a:gd name="connsiteY139" fmla="*/ 4111432 h 6858000"/>
              <a:gd name="connsiteX140" fmla="*/ 4867460 w 12192000"/>
              <a:gd name="connsiteY140" fmla="*/ 3733321 h 6858000"/>
              <a:gd name="connsiteX141" fmla="*/ 4489347 w 12192000"/>
              <a:gd name="connsiteY141" fmla="*/ 4111432 h 6858000"/>
              <a:gd name="connsiteX142" fmla="*/ 4867460 w 12192000"/>
              <a:gd name="connsiteY142" fmla="*/ 4489543 h 6858000"/>
              <a:gd name="connsiteX143" fmla="*/ 5245571 w 12192000"/>
              <a:gd name="connsiteY143" fmla="*/ 4111432 h 6858000"/>
              <a:gd name="connsiteX144" fmla="*/ 2409094 w 12192000"/>
              <a:gd name="connsiteY144" fmla="*/ 3733321 h 6858000"/>
              <a:gd name="connsiteX145" fmla="*/ 2030981 w 12192000"/>
              <a:gd name="connsiteY145" fmla="*/ 4111432 h 6858000"/>
              <a:gd name="connsiteX146" fmla="*/ 2409094 w 12192000"/>
              <a:gd name="connsiteY146" fmla="*/ 4489543 h 6858000"/>
              <a:gd name="connsiteX147" fmla="*/ 2787204 w 12192000"/>
              <a:gd name="connsiteY147" fmla="*/ 4111432 h 6858000"/>
              <a:gd name="connsiteX148" fmla="*/ 11012090 w 12192000"/>
              <a:gd name="connsiteY148" fmla="*/ 3281510 h 6858000"/>
              <a:gd name="connsiteX149" fmla="*/ 10181527 w 12192000"/>
              <a:gd name="connsiteY149" fmla="*/ 4111432 h 6858000"/>
              <a:gd name="connsiteX150" fmla="*/ 11011449 w 12192000"/>
              <a:gd name="connsiteY150" fmla="*/ 4941354 h 6858000"/>
              <a:gd name="connsiteX151" fmla="*/ 11842013 w 12192000"/>
              <a:gd name="connsiteY151" fmla="*/ 4111432 h 6858000"/>
              <a:gd name="connsiteX152" fmla="*/ 8554366 w 12192000"/>
              <a:gd name="connsiteY152" fmla="*/ 3281510 h 6858000"/>
              <a:gd name="connsiteX153" fmla="*/ 7723803 w 12192000"/>
              <a:gd name="connsiteY153" fmla="*/ 4111432 h 6858000"/>
              <a:gd name="connsiteX154" fmla="*/ 8553725 w 12192000"/>
              <a:gd name="connsiteY154" fmla="*/ 4941354 h 6858000"/>
              <a:gd name="connsiteX155" fmla="*/ 9384288 w 12192000"/>
              <a:gd name="connsiteY155" fmla="*/ 4111432 h 6858000"/>
              <a:gd name="connsiteX156" fmla="*/ 6096000 w 12192000"/>
              <a:gd name="connsiteY156" fmla="*/ 3281510 h 6858000"/>
              <a:gd name="connsiteX157" fmla="*/ 5266078 w 12192000"/>
              <a:gd name="connsiteY157" fmla="*/ 4111432 h 6858000"/>
              <a:gd name="connsiteX158" fmla="*/ 6096000 w 12192000"/>
              <a:gd name="connsiteY158" fmla="*/ 4941995 h 6858000"/>
              <a:gd name="connsiteX159" fmla="*/ 6925923 w 12192000"/>
              <a:gd name="connsiteY159" fmla="*/ 4111432 h 6858000"/>
              <a:gd name="connsiteX160" fmla="*/ 3638276 w 12192000"/>
              <a:gd name="connsiteY160" fmla="*/ 3281510 h 6858000"/>
              <a:gd name="connsiteX161" fmla="*/ 2807712 w 12192000"/>
              <a:gd name="connsiteY161" fmla="*/ 4111432 h 6858000"/>
              <a:gd name="connsiteX162" fmla="*/ 3637635 w 12192000"/>
              <a:gd name="connsiteY162" fmla="*/ 4941354 h 6858000"/>
              <a:gd name="connsiteX163" fmla="*/ 4468198 w 12192000"/>
              <a:gd name="connsiteY163" fmla="*/ 4111432 h 6858000"/>
              <a:gd name="connsiteX164" fmla="*/ 1179910 w 12192000"/>
              <a:gd name="connsiteY164" fmla="*/ 3281510 h 6858000"/>
              <a:gd name="connsiteX165" fmla="*/ 349988 w 12192000"/>
              <a:gd name="connsiteY165" fmla="*/ 4111432 h 6858000"/>
              <a:gd name="connsiteX166" fmla="*/ 1179910 w 12192000"/>
              <a:gd name="connsiteY166" fmla="*/ 4941354 h 6858000"/>
              <a:gd name="connsiteX167" fmla="*/ 2010473 w 12192000"/>
              <a:gd name="connsiteY167" fmla="*/ 4111432 h 6858000"/>
              <a:gd name="connsiteX168" fmla="*/ 9790597 w 12192000"/>
              <a:gd name="connsiteY168" fmla="*/ 3278306 h 6858000"/>
              <a:gd name="connsiteX169" fmla="*/ 9790597 w 12192000"/>
              <a:gd name="connsiteY169" fmla="*/ 3719863 h 6858000"/>
              <a:gd name="connsiteX170" fmla="*/ 10171273 w 12192000"/>
              <a:gd name="connsiteY170" fmla="*/ 4100537 h 6858000"/>
              <a:gd name="connsiteX171" fmla="*/ 10994146 w 12192000"/>
              <a:gd name="connsiteY171" fmla="*/ 3278306 h 6858000"/>
              <a:gd name="connsiteX172" fmla="*/ 8571669 w 12192000"/>
              <a:gd name="connsiteY172" fmla="*/ 3278306 h 6858000"/>
              <a:gd name="connsiteX173" fmla="*/ 9394542 w 12192000"/>
              <a:gd name="connsiteY173" fmla="*/ 4101178 h 6858000"/>
              <a:gd name="connsiteX174" fmla="*/ 9775217 w 12192000"/>
              <a:gd name="connsiteY174" fmla="*/ 3720504 h 6858000"/>
              <a:gd name="connsiteX175" fmla="*/ 9775217 w 12192000"/>
              <a:gd name="connsiteY175" fmla="*/ 3278306 h 6858000"/>
              <a:gd name="connsiteX176" fmla="*/ 7332873 w 12192000"/>
              <a:gd name="connsiteY176" fmla="*/ 3278306 h 6858000"/>
              <a:gd name="connsiteX177" fmla="*/ 7332873 w 12192000"/>
              <a:gd name="connsiteY177" fmla="*/ 3719863 h 6858000"/>
              <a:gd name="connsiteX178" fmla="*/ 7332234 w 12192000"/>
              <a:gd name="connsiteY178" fmla="*/ 3719863 h 6858000"/>
              <a:gd name="connsiteX179" fmla="*/ 7712907 w 12192000"/>
              <a:gd name="connsiteY179" fmla="*/ 4100537 h 6858000"/>
              <a:gd name="connsiteX180" fmla="*/ 8536421 w 12192000"/>
              <a:gd name="connsiteY180" fmla="*/ 3278306 h 6858000"/>
              <a:gd name="connsiteX181" fmla="*/ 6113945 w 12192000"/>
              <a:gd name="connsiteY181" fmla="*/ 3278306 h 6858000"/>
              <a:gd name="connsiteX182" fmla="*/ 6936818 w 12192000"/>
              <a:gd name="connsiteY182" fmla="*/ 4101178 h 6858000"/>
              <a:gd name="connsiteX183" fmla="*/ 7317493 w 12192000"/>
              <a:gd name="connsiteY183" fmla="*/ 3720504 h 6858000"/>
              <a:gd name="connsiteX184" fmla="*/ 7317493 w 12192000"/>
              <a:gd name="connsiteY184" fmla="*/ 3278306 h 6858000"/>
              <a:gd name="connsiteX185" fmla="*/ 4874509 w 12192000"/>
              <a:gd name="connsiteY185" fmla="*/ 3278306 h 6858000"/>
              <a:gd name="connsiteX186" fmla="*/ 4874509 w 12192000"/>
              <a:gd name="connsiteY186" fmla="*/ 3719863 h 6858000"/>
              <a:gd name="connsiteX187" fmla="*/ 5255183 w 12192000"/>
              <a:gd name="connsiteY187" fmla="*/ 4100537 h 6858000"/>
              <a:gd name="connsiteX188" fmla="*/ 6078056 w 12192000"/>
              <a:gd name="connsiteY188" fmla="*/ 3278306 h 6858000"/>
              <a:gd name="connsiteX189" fmla="*/ 3655579 w 12192000"/>
              <a:gd name="connsiteY189" fmla="*/ 3278306 h 6858000"/>
              <a:gd name="connsiteX190" fmla="*/ 4478452 w 12192000"/>
              <a:gd name="connsiteY190" fmla="*/ 4101178 h 6858000"/>
              <a:gd name="connsiteX191" fmla="*/ 4859127 w 12192000"/>
              <a:gd name="connsiteY191" fmla="*/ 3720504 h 6858000"/>
              <a:gd name="connsiteX192" fmla="*/ 4859127 w 12192000"/>
              <a:gd name="connsiteY192" fmla="*/ 3278306 h 6858000"/>
              <a:gd name="connsiteX193" fmla="*/ 2416143 w 12192000"/>
              <a:gd name="connsiteY193" fmla="*/ 3278306 h 6858000"/>
              <a:gd name="connsiteX194" fmla="*/ 2416143 w 12192000"/>
              <a:gd name="connsiteY194" fmla="*/ 3719863 h 6858000"/>
              <a:gd name="connsiteX195" fmla="*/ 2796817 w 12192000"/>
              <a:gd name="connsiteY195" fmla="*/ 4100537 h 6858000"/>
              <a:gd name="connsiteX196" fmla="*/ 3620331 w 12192000"/>
              <a:gd name="connsiteY196" fmla="*/ 3278306 h 6858000"/>
              <a:gd name="connsiteX197" fmla="*/ 1197855 w 12192000"/>
              <a:gd name="connsiteY197" fmla="*/ 3278306 h 6858000"/>
              <a:gd name="connsiteX198" fmla="*/ 2020727 w 12192000"/>
              <a:gd name="connsiteY198" fmla="*/ 4101178 h 6858000"/>
              <a:gd name="connsiteX199" fmla="*/ 2401403 w 12192000"/>
              <a:gd name="connsiteY199" fmla="*/ 3720504 h 6858000"/>
              <a:gd name="connsiteX200" fmla="*/ 2401403 w 12192000"/>
              <a:gd name="connsiteY200" fmla="*/ 3278306 h 6858000"/>
              <a:gd name="connsiteX201" fmla="*/ 9394542 w 12192000"/>
              <a:gd name="connsiteY201" fmla="*/ 2441334 h 6858000"/>
              <a:gd name="connsiteX202" fmla="*/ 8571669 w 12192000"/>
              <a:gd name="connsiteY202" fmla="*/ 3263565 h 6858000"/>
              <a:gd name="connsiteX203" fmla="*/ 9775217 w 12192000"/>
              <a:gd name="connsiteY203" fmla="*/ 3263565 h 6858000"/>
              <a:gd name="connsiteX204" fmla="*/ 9775217 w 12192000"/>
              <a:gd name="connsiteY204" fmla="*/ 2822008 h 6858000"/>
              <a:gd name="connsiteX205" fmla="*/ 6936818 w 12192000"/>
              <a:gd name="connsiteY205" fmla="*/ 2441334 h 6858000"/>
              <a:gd name="connsiteX206" fmla="*/ 6113945 w 12192000"/>
              <a:gd name="connsiteY206" fmla="*/ 3263565 h 6858000"/>
              <a:gd name="connsiteX207" fmla="*/ 7317493 w 12192000"/>
              <a:gd name="connsiteY207" fmla="*/ 3263565 h 6858000"/>
              <a:gd name="connsiteX208" fmla="*/ 7317493 w 12192000"/>
              <a:gd name="connsiteY208" fmla="*/ 2822008 h 6858000"/>
              <a:gd name="connsiteX209" fmla="*/ 4478452 w 12192000"/>
              <a:gd name="connsiteY209" fmla="*/ 2441334 h 6858000"/>
              <a:gd name="connsiteX210" fmla="*/ 3655579 w 12192000"/>
              <a:gd name="connsiteY210" fmla="*/ 3263565 h 6858000"/>
              <a:gd name="connsiteX211" fmla="*/ 4859127 w 12192000"/>
              <a:gd name="connsiteY211" fmla="*/ 3263565 h 6858000"/>
              <a:gd name="connsiteX212" fmla="*/ 4859127 w 12192000"/>
              <a:gd name="connsiteY212" fmla="*/ 2822008 h 6858000"/>
              <a:gd name="connsiteX213" fmla="*/ 2020727 w 12192000"/>
              <a:gd name="connsiteY213" fmla="*/ 2441334 h 6858000"/>
              <a:gd name="connsiteX214" fmla="*/ 1197855 w 12192000"/>
              <a:gd name="connsiteY214" fmla="*/ 3263565 h 6858000"/>
              <a:gd name="connsiteX215" fmla="*/ 2401403 w 12192000"/>
              <a:gd name="connsiteY215" fmla="*/ 3263565 h 6858000"/>
              <a:gd name="connsiteX216" fmla="*/ 2401403 w 12192000"/>
              <a:gd name="connsiteY216" fmla="*/ 2822008 h 6858000"/>
              <a:gd name="connsiteX217" fmla="*/ 5255183 w 12192000"/>
              <a:gd name="connsiteY217" fmla="*/ 2440693 h 6858000"/>
              <a:gd name="connsiteX218" fmla="*/ 4874509 w 12192000"/>
              <a:gd name="connsiteY218" fmla="*/ 2821368 h 6858000"/>
              <a:gd name="connsiteX219" fmla="*/ 4874509 w 12192000"/>
              <a:gd name="connsiteY219" fmla="*/ 3262924 h 6858000"/>
              <a:gd name="connsiteX220" fmla="*/ 6078056 w 12192000"/>
              <a:gd name="connsiteY220" fmla="*/ 3262924 h 6858000"/>
              <a:gd name="connsiteX221" fmla="*/ 2797458 w 12192000"/>
              <a:gd name="connsiteY221" fmla="*/ 2440693 h 6858000"/>
              <a:gd name="connsiteX222" fmla="*/ 2416143 w 12192000"/>
              <a:gd name="connsiteY222" fmla="*/ 2821368 h 6858000"/>
              <a:gd name="connsiteX223" fmla="*/ 2416143 w 12192000"/>
              <a:gd name="connsiteY223" fmla="*/ 3262924 h 6858000"/>
              <a:gd name="connsiteX224" fmla="*/ 3619692 w 12192000"/>
              <a:gd name="connsiteY224" fmla="*/ 3262924 h 6858000"/>
              <a:gd name="connsiteX225" fmla="*/ 10171273 w 12192000"/>
              <a:gd name="connsiteY225" fmla="*/ 2440052 h 6858000"/>
              <a:gd name="connsiteX226" fmla="*/ 9790597 w 12192000"/>
              <a:gd name="connsiteY226" fmla="*/ 2821368 h 6858000"/>
              <a:gd name="connsiteX227" fmla="*/ 9790597 w 12192000"/>
              <a:gd name="connsiteY227" fmla="*/ 3262924 h 6858000"/>
              <a:gd name="connsiteX228" fmla="*/ 10994146 w 12192000"/>
              <a:gd name="connsiteY228" fmla="*/ 3262924 h 6858000"/>
              <a:gd name="connsiteX229" fmla="*/ 7712907 w 12192000"/>
              <a:gd name="connsiteY229" fmla="*/ 2440052 h 6858000"/>
              <a:gd name="connsiteX230" fmla="*/ 7332234 w 12192000"/>
              <a:gd name="connsiteY230" fmla="*/ 2821368 h 6858000"/>
              <a:gd name="connsiteX231" fmla="*/ 7332234 w 12192000"/>
              <a:gd name="connsiteY231" fmla="*/ 3262924 h 6858000"/>
              <a:gd name="connsiteX232" fmla="*/ 8535780 w 12192000"/>
              <a:gd name="connsiteY232" fmla="*/ 3262924 h 6858000"/>
              <a:gd name="connsiteX233" fmla="*/ 9782908 w 12192000"/>
              <a:gd name="connsiteY233" fmla="*/ 2052328 h 6858000"/>
              <a:gd name="connsiteX234" fmla="*/ 9404796 w 12192000"/>
              <a:gd name="connsiteY234" fmla="*/ 2430439 h 6858000"/>
              <a:gd name="connsiteX235" fmla="*/ 9782908 w 12192000"/>
              <a:gd name="connsiteY235" fmla="*/ 2808550 h 6858000"/>
              <a:gd name="connsiteX236" fmla="*/ 10161019 w 12192000"/>
              <a:gd name="connsiteY236" fmla="*/ 2430439 h 6858000"/>
              <a:gd name="connsiteX237" fmla="*/ 7325184 w 12192000"/>
              <a:gd name="connsiteY237" fmla="*/ 2052328 h 6858000"/>
              <a:gd name="connsiteX238" fmla="*/ 6947071 w 12192000"/>
              <a:gd name="connsiteY238" fmla="*/ 2430439 h 6858000"/>
              <a:gd name="connsiteX239" fmla="*/ 7325184 w 12192000"/>
              <a:gd name="connsiteY239" fmla="*/ 2808550 h 6858000"/>
              <a:gd name="connsiteX240" fmla="*/ 7703295 w 12192000"/>
              <a:gd name="connsiteY240" fmla="*/ 2430439 h 6858000"/>
              <a:gd name="connsiteX241" fmla="*/ 4867460 w 12192000"/>
              <a:gd name="connsiteY241" fmla="*/ 2052328 h 6858000"/>
              <a:gd name="connsiteX242" fmla="*/ 4489347 w 12192000"/>
              <a:gd name="connsiteY242" fmla="*/ 2430439 h 6858000"/>
              <a:gd name="connsiteX243" fmla="*/ 4867460 w 12192000"/>
              <a:gd name="connsiteY243" fmla="*/ 2808550 h 6858000"/>
              <a:gd name="connsiteX244" fmla="*/ 5245571 w 12192000"/>
              <a:gd name="connsiteY244" fmla="*/ 2430439 h 6858000"/>
              <a:gd name="connsiteX245" fmla="*/ 2409094 w 12192000"/>
              <a:gd name="connsiteY245" fmla="*/ 2052328 h 6858000"/>
              <a:gd name="connsiteX246" fmla="*/ 2030981 w 12192000"/>
              <a:gd name="connsiteY246" fmla="*/ 2430439 h 6858000"/>
              <a:gd name="connsiteX247" fmla="*/ 2409094 w 12192000"/>
              <a:gd name="connsiteY247" fmla="*/ 2808550 h 6858000"/>
              <a:gd name="connsiteX248" fmla="*/ 2787204 w 12192000"/>
              <a:gd name="connsiteY248" fmla="*/ 2430439 h 6858000"/>
              <a:gd name="connsiteX249" fmla="*/ 11011449 w 12192000"/>
              <a:gd name="connsiteY249" fmla="*/ 1600517 h 6858000"/>
              <a:gd name="connsiteX250" fmla="*/ 10181527 w 12192000"/>
              <a:gd name="connsiteY250" fmla="*/ 2430439 h 6858000"/>
              <a:gd name="connsiteX251" fmla="*/ 11011449 w 12192000"/>
              <a:gd name="connsiteY251" fmla="*/ 3260361 h 6858000"/>
              <a:gd name="connsiteX252" fmla="*/ 11841371 w 12192000"/>
              <a:gd name="connsiteY252" fmla="*/ 2430439 h 6858000"/>
              <a:gd name="connsiteX253" fmla="*/ 8553725 w 12192000"/>
              <a:gd name="connsiteY253" fmla="*/ 1600517 h 6858000"/>
              <a:gd name="connsiteX254" fmla="*/ 7723803 w 12192000"/>
              <a:gd name="connsiteY254" fmla="*/ 2430439 h 6858000"/>
              <a:gd name="connsiteX255" fmla="*/ 8553725 w 12192000"/>
              <a:gd name="connsiteY255" fmla="*/ 3260361 h 6858000"/>
              <a:gd name="connsiteX256" fmla="*/ 9383647 w 12192000"/>
              <a:gd name="connsiteY256" fmla="*/ 2430439 h 6858000"/>
              <a:gd name="connsiteX257" fmla="*/ 6096000 w 12192000"/>
              <a:gd name="connsiteY257" fmla="*/ 1599875 h 6858000"/>
              <a:gd name="connsiteX258" fmla="*/ 5266078 w 12192000"/>
              <a:gd name="connsiteY258" fmla="*/ 2430439 h 6858000"/>
              <a:gd name="connsiteX259" fmla="*/ 6096000 w 12192000"/>
              <a:gd name="connsiteY259" fmla="*/ 3260361 h 6858000"/>
              <a:gd name="connsiteX260" fmla="*/ 6925923 w 12192000"/>
              <a:gd name="connsiteY260" fmla="*/ 2430439 h 6858000"/>
              <a:gd name="connsiteX261" fmla="*/ 3638276 w 12192000"/>
              <a:gd name="connsiteY261" fmla="*/ 1599875 h 6858000"/>
              <a:gd name="connsiteX262" fmla="*/ 2807712 w 12192000"/>
              <a:gd name="connsiteY262" fmla="*/ 2430439 h 6858000"/>
              <a:gd name="connsiteX263" fmla="*/ 3637635 w 12192000"/>
              <a:gd name="connsiteY263" fmla="*/ 3260361 h 6858000"/>
              <a:gd name="connsiteX264" fmla="*/ 4468198 w 12192000"/>
              <a:gd name="connsiteY264" fmla="*/ 2430439 h 6858000"/>
              <a:gd name="connsiteX265" fmla="*/ 1179910 w 12192000"/>
              <a:gd name="connsiteY265" fmla="*/ 1599875 h 6858000"/>
              <a:gd name="connsiteX266" fmla="*/ 349988 w 12192000"/>
              <a:gd name="connsiteY266" fmla="*/ 2430439 h 6858000"/>
              <a:gd name="connsiteX267" fmla="*/ 1179910 w 12192000"/>
              <a:gd name="connsiteY267" fmla="*/ 3260361 h 6858000"/>
              <a:gd name="connsiteX268" fmla="*/ 2009834 w 12192000"/>
              <a:gd name="connsiteY268" fmla="*/ 2430439 h 6858000"/>
              <a:gd name="connsiteX269" fmla="*/ 8571669 w 12192000"/>
              <a:gd name="connsiteY269" fmla="*/ 1597312 h 6858000"/>
              <a:gd name="connsiteX270" fmla="*/ 9394542 w 12192000"/>
              <a:gd name="connsiteY270" fmla="*/ 2419544 h 6858000"/>
              <a:gd name="connsiteX271" fmla="*/ 9775217 w 12192000"/>
              <a:gd name="connsiteY271" fmla="*/ 2038870 h 6858000"/>
              <a:gd name="connsiteX272" fmla="*/ 9775217 w 12192000"/>
              <a:gd name="connsiteY272" fmla="*/ 1597312 h 6858000"/>
              <a:gd name="connsiteX273" fmla="*/ 6113945 w 12192000"/>
              <a:gd name="connsiteY273" fmla="*/ 1597312 h 6858000"/>
              <a:gd name="connsiteX274" fmla="*/ 6936818 w 12192000"/>
              <a:gd name="connsiteY274" fmla="*/ 2419544 h 6858000"/>
              <a:gd name="connsiteX275" fmla="*/ 7317493 w 12192000"/>
              <a:gd name="connsiteY275" fmla="*/ 2038870 h 6858000"/>
              <a:gd name="connsiteX276" fmla="*/ 7317493 w 12192000"/>
              <a:gd name="connsiteY276" fmla="*/ 1597312 h 6858000"/>
              <a:gd name="connsiteX277" fmla="*/ 3655579 w 12192000"/>
              <a:gd name="connsiteY277" fmla="*/ 1597312 h 6858000"/>
              <a:gd name="connsiteX278" fmla="*/ 4478452 w 12192000"/>
              <a:gd name="connsiteY278" fmla="*/ 2419544 h 6858000"/>
              <a:gd name="connsiteX279" fmla="*/ 4859127 w 12192000"/>
              <a:gd name="connsiteY279" fmla="*/ 2038870 h 6858000"/>
              <a:gd name="connsiteX280" fmla="*/ 4859127 w 12192000"/>
              <a:gd name="connsiteY280" fmla="*/ 1597312 h 6858000"/>
              <a:gd name="connsiteX281" fmla="*/ 1197855 w 12192000"/>
              <a:gd name="connsiteY281" fmla="*/ 1597312 h 6858000"/>
              <a:gd name="connsiteX282" fmla="*/ 2020727 w 12192000"/>
              <a:gd name="connsiteY282" fmla="*/ 2419544 h 6858000"/>
              <a:gd name="connsiteX283" fmla="*/ 2401403 w 12192000"/>
              <a:gd name="connsiteY283" fmla="*/ 2038870 h 6858000"/>
              <a:gd name="connsiteX284" fmla="*/ 2401403 w 12192000"/>
              <a:gd name="connsiteY284" fmla="*/ 1597312 h 6858000"/>
              <a:gd name="connsiteX285" fmla="*/ 9790597 w 12192000"/>
              <a:gd name="connsiteY285" fmla="*/ 1596671 h 6858000"/>
              <a:gd name="connsiteX286" fmla="*/ 9790597 w 12192000"/>
              <a:gd name="connsiteY286" fmla="*/ 2038870 h 6858000"/>
              <a:gd name="connsiteX287" fmla="*/ 10171273 w 12192000"/>
              <a:gd name="connsiteY287" fmla="*/ 2419544 h 6858000"/>
              <a:gd name="connsiteX288" fmla="*/ 10994146 w 12192000"/>
              <a:gd name="connsiteY288" fmla="*/ 1596671 h 6858000"/>
              <a:gd name="connsiteX289" fmla="*/ 7332234 w 12192000"/>
              <a:gd name="connsiteY289" fmla="*/ 1596671 h 6858000"/>
              <a:gd name="connsiteX290" fmla="*/ 7332234 w 12192000"/>
              <a:gd name="connsiteY290" fmla="*/ 2038870 h 6858000"/>
              <a:gd name="connsiteX291" fmla="*/ 7712907 w 12192000"/>
              <a:gd name="connsiteY291" fmla="*/ 2419544 h 6858000"/>
              <a:gd name="connsiteX292" fmla="*/ 8535780 w 12192000"/>
              <a:gd name="connsiteY292" fmla="*/ 1596671 h 6858000"/>
              <a:gd name="connsiteX293" fmla="*/ 4874509 w 12192000"/>
              <a:gd name="connsiteY293" fmla="*/ 1596671 h 6858000"/>
              <a:gd name="connsiteX294" fmla="*/ 4874509 w 12192000"/>
              <a:gd name="connsiteY294" fmla="*/ 2038870 h 6858000"/>
              <a:gd name="connsiteX295" fmla="*/ 5255183 w 12192000"/>
              <a:gd name="connsiteY295" fmla="*/ 2419544 h 6858000"/>
              <a:gd name="connsiteX296" fmla="*/ 6078056 w 12192000"/>
              <a:gd name="connsiteY296" fmla="*/ 1596671 h 6858000"/>
              <a:gd name="connsiteX297" fmla="*/ 2416143 w 12192000"/>
              <a:gd name="connsiteY297" fmla="*/ 1596671 h 6858000"/>
              <a:gd name="connsiteX298" fmla="*/ 2416143 w 12192000"/>
              <a:gd name="connsiteY298" fmla="*/ 2038870 h 6858000"/>
              <a:gd name="connsiteX299" fmla="*/ 2796817 w 12192000"/>
              <a:gd name="connsiteY299" fmla="*/ 2419544 h 6858000"/>
              <a:gd name="connsiteX300" fmla="*/ 3619692 w 12192000"/>
              <a:gd name="connsiteY300" fmla="*/ 1596671 h 6858000"/>
              <a:gd name="connsiteX301" fmla="*/ 9394542 w 12192000"/>
              <a:gd name="connsiteY301" fmla="*/ 759699 h 6858000"/>
              <a:gd name="connsiteX302" fmla="*/ 8571669 w 12192000"/>
              <a:gd name="connsiteY302" fmla="*/ 1581931 h 6858000"/>
              <a:gd name="connsiteX303" fmla="*/ 9775217 w 12192000"/>
              <a:gd name="connsiteY303" fmla="*/ 1581931 h 6858000"/>
              <a:gd name="connsiteX304" fmla="*/ 9775217 w 12192000"/>
              <a:gd name="connsiteY304" fmla="*/ 1140373 h 6858000"/>
              <a:gd name="connsiteX305" fmla="*/ 6936818 w 12192000"/>
              <a:gd name="connsiteY305" fmla="*/ 759699 h 6858000"/>
              <a:gd name="connsiteX306" fmla="*/ 6113945 w 12192000"/>
              <a:gd name="connsiteY306" fmla="*/ 1581931 h 6858000"/>
              <a:gd name="connsiteX307" fmla="*/ 7317493 w 12192000"/>
              <a:gd name="connsiteY307" fmla="*/ 1581931 h 6858000"/>
              <a:gd name="connsiteX308" fmla="*/ 7317493 w 12192000"/>
              <a:gd name="connsiteY308" fmla="*/ 1140373 h 6858000"/>
              <a:gd name="connsiteX309" fmla="*/ 4478452 w 12192000"/>
              <a:gd name="connsiteY309" fmla="*/ 759699 h 6858000"/>
              <a:gd name="connsiteX310" fmla="*/ 3655579 w 12192000"/>
              <a:gd name="connsiteY310" fmla="*/ 1581931 h 6858000"/>
              <a:gd name="connsiteX311" fmla="*/ 4859127 w 12192000"/>
              <a:gd name="connsiteY311" fmla="*/ 1581931 h 6858000"/>
              <a:gd name="connsiteX312" fmla="*/ 4859127 w 12192000"/>
              <a:gd name="connsiteY312" fmla="*/ 1140373 h 6858000"/>
              <a:gd name="connsiteX313" fmla="*/ 2020727 w 12192000"/>
              <a:gd name="connsiteY313" fmla="*/ 759699 h 6858000"/>
              <a:gd name="connsiteX314" fmla="*/ 1197855 w 12192000"/>
              <a:gd name="connsiteY314" fmla="*/ 1581931 h 6858000"/>
              <a:gd name="connsiteX315" fmla="*/ 2401403 w 12192000"/>
              <a:gd name="connsiteY315" fmla="*/ 1581931 h 6858000"/>
              <a:gd name="connsiteX316" fmla="*/ 2401403 w 12192000"/>
              <a:gd name="connsiteY316" fmla="*/ 1140373 h 6858000"/>
              <a:gd name="connsiteX317" fmla="*/ 10171273 w 12192000"/>
              <a:gd name="connsiteY317" fmla="*/ 759058 h 6858000"/>
              <a:gd name="connsiteX318" fmla="*/ 9790597 w 12192000"/>
              <a:gd name="connsiteY318" fmla="*/ 1140373 h 6858000"/>
              <a:gd name="connsiteX319" fmla="*/ 9790597 w 12192000"/>
              <a:gd name="connsiteY319" fmla="*/ 1581931 h 6858000"/>
              <a:gd name="connsiteX320" fmla="*/ 10994146 w 12192000"/>
              <a:gd name="connsiteY320" fmla="*/ 1581931 h 6858000"/>
              <a:gd name="connsiteX321" fmla="*/ 7712907 w 12192000"/>
              <a:gd name="connsiteY321" fmla="*/ 759058 h 6858000"/>
              <a:gd name="connsiteX322" fmla="*/ 7332234 w 12192000"/>
              <a:gd name="connsiteY322" fmla="*/ 1140373 h 6858000"/>
              <a:gd name="connsiteX323" fmla="*/ 7332234 w 12192000"/>
              <a:gd name="connsiteY323" fmla="*/ 1581931 h 6858000"/>
              <a:gd name="connsiteX324" fmla="*/ 8535780 w 12192000"/>
              <a:gd name="connsiteY324" fmla="*/ 1581931 h 6858000"/>
              <a:gd name="connsiteX325" fmla="*/ 5255183 w 12192000"/>
              <a:gd name="connsiteY325" fmla="*/ 759058 h 6858000"/>
              <a:gd name="connsiteX326" fmla="*/ 4874509 w 12192000"/>
              <a:gd name="connsiteY326" fmla="*/ 1140373 h 6858000"/>
              <a:gd name="connsiteX327" fmla="*/ 4874509 w 12192000"/>
              <a:gd name="connsiteY327" fmla="*/ 1581931 h 6858000"/>
              <a:gd name="connsiteX328" fmla="*/ 6078056 w 12192000"/>
              <a:gd name="connsiteY328" fmla="*/ 1581931 h 6858000"/>
              <a:gd name="connsiteX329" fmla="*/ 2797458 w 12192000"/>
              <a:gd name="connsiteY329" fmla="*/ 759058 h 6858000"/>
              <a:gd name="connsiteX330" fmla="*/ 2416143 w 12192000"/>
              <a:gd name="connsiteY330" fmla="*/ 1140373 h 6858000"/>
              <a:gd name="connsiteX331" fmla="*/ 2416143 w 12192000"/>
              <a:gd name="connsiteY331" fmla="*/ 1581931 h 6858000"/>
              <a:gd name="connsiteX332" fmla="*/ 3619692 w 12192000"/>
              <a:gd name="connsiteY332" fmla="*/ 1581931 h 6858000"/>
              <a:gd name="connsiteX333" fmla="*/ 9782908 w 12192000"/>
              <a:gd name="connsiteY333" fmla="*/ 370693 h 6858000"/>
              <a:gd name="connsiteX334" fmla="*/ 9404796 w 12192000"/>
              <a:gd name="connsiteY334" fmla="*/ 748804 h 6858000"/>
              <a:gd name="connsiteX335" fmla="*/ 9782908 w 12192000"/>
              <a:gd name="connsiteY335" fmla="*/ 1126915 h 6858000"/>
              <a:gd name="connsiteX336" fmla="*/ 10161019 w 12192000"/>
              <a:gd name="connsiteY336" fmla="*/ 748804 h 6858000"/>
              <a:gd name="connsiteX337" fmla="*/ 7325184 w 12192000"/>
              <a:gd name="connsiteY337" fmla="*/ 370693 h 6858000"/>
              <a:gd name="connsiteX338" fmla="*/ 6947071 w 12192000"/>
              <a:gd name="connsiteY338" fmla="*/ 748804 h 6858000"/>
              <a:gd name="connsiteX339" fmla="*/ 7325184 w 12192000"/>
              <a:gd name="connsiteY339" fmla="*/ 1126915 h 6858000"/>
              <a:gd name="connsiteX340" fmla="*/ 7703295 w 12192000"/>
              <a:gd name="connsiteY340" fmla="*/ 748804 h 6858000"/>
              <a:gd name="connsiteX341" fmla="*/ 4867460 w 12192000"/>
              <a:gd name="connsiteY341" fmla="*/ 370693 h 6858000"/>
              <a:gd name="connsiteX342" fmla="*/ 4489347 w 12192000"/>
              <a:gd name="connsiteY342" fmla="*/ 748804 h 6858000"/>
              <a:gd name="connsiteX343" fmla="*/ 4867460 w 12192000"/>
              <a:gd name="connsiteY343" fmla="*/ 1126915 h 6858000"/>
              <a:gd name="connsiteX344" fmla="*/ 5245571 w 12192000"/>
              <a:gd name="connsiteY344" fmla="*/ 748804 h 6858000"/>
              <a:gd name="connsiteX345" fmla="*/ 2409094 w 12192000"/>
              <a:gd name="connsiteY345" fmla="*/ 370693 h 6858000"/>
              <a:gd name="connsiteX346" fmla="*/ 2030981 w 12192000"/>
              <a:gd name="connsiteY346" fmla="*/ 748804 h 6858000"/>
              <a:gd name="connsiteX347" fmla="*/ 2409094 w 12192000"/>
              <a:gd name="connsiteY347" fmla="*/ 1126915 h 6858000"/>
              <a:gd name="connsiteX348" fmla="*/ 2787204 w 12192000"/>
              <a:gd name="connsiteY348" fmla="*/ 748804 h 6858000"/>
              <a:gd name="connsiteX349" fmla="*/ 1077578 w 12192000"/>
              <a:gd name="connsiteY349" fmla="*/ 0 h 6858000"/>
              <a:gd name="connsiteX350" fmla="*/ 1098792 w 12192000"/>
              <a:gd name="connsiteY350" fmla="*/ 0 h 6858000"/>
              <a:gd name="connsiteX351" fmla="*/ 349988 w 12192000"/>
              <a:gd name="connsiteY351" fmla="*/ 748804 h 6858000"/>
              <a:gd name="connsiteX352" fmla="*/ 1179910 w 12192000"/>
              <a:gd name="connsiteY352" fmla="*/ 1578727 h 6858000"/>
              <a:gd name="connsiteX353" fmla="*/ 2009834 w 12192000"/>
              <a:gd name="connsiteY353" fmla="*/ 748804 h 6858000"/>
              <a:gd name="connsiteX354" fmla="*/ 1261028 w 12192000"/>
              <a:gd name="connsiteY354" fmla="*/ 0 h 6858000"/>
              <a:gd name="connsiteX355" fmla="*/ 1282177 w 12192000"/>
              <a:gd name="connsiteY355" fmla="*/ 0 h 6858000"/>
              <a:gd name="connsiteX356" fmla="*/ 2020727 w 12192000"/>
              <a:gd name="connsiteY356" fmla="*/ 738550 h 6858000"/>
              <a:gd name="connsiteX357" fmla="*/ 2401403 w 12192000"/>
              <a:gd name="connsiteY357" fmla="*/ 357875 h 6858000"/>
              <a:gd name="connsiteX358" fmla="*/ 2401403 w 12192000"/>
              <a:gd name="connsiteY358" fmla="*/ 0 h 6858000"/>
              <a:gd name="connsiteX359" fmla="*/ 2416143 w 12192000"/>
              <a:gd name="connsiteY359" fmla="*/ 0 h 6858000"/>
              <a:gd name="connsiteX360" fmla="*/ 2416143 w 12192000"/>
              <a:gd name="connsiteY360" fmla="*/ 357235 h 6858000"/>
              <a:gd name="connsiteX361" fmla="*/ 2796817 w 12192000"/>
              <a:gd name="connsiteY361" fmla="*/ 737909 h 6858000"/>
              <a:gd name="connsiteX362" fmla="*/ 3535877 w 12192000"/>
              <a:gd name="connsiteY362" fmla="*/ 0 h 6858000"/>
              <a:gd name="connsiteX363" fmla="*/ 3557095 w 12192000"/>
              <a:gd name="connsiteY363" fmla="*/ 0 h 6858000"/>
              <a:gd name="connsiteX364" fmla="*/ 2807712 w 12192000"/>
              <a:gd name="connsiteY364" fmla="*/ 748804 h 6858000"/>
              <a:gd name="connsiteX365" fmla="*/ 3637635 w 12192000"/>
              <a:gd name="connsiteY365" fmla="*/ 1578727 h 6858000"/>
              <a:gd name="connsiteX366" fmla="*/ 4468198 w 12192000"/>
              <a:gd name="connsiteY366" fmla="*/ 748804 h 6858000"/>
              <a:gd name="connsiteX367" fmla="*/ 3719394 w 12192000"/>
              <a:gd name="connsiteY367" fmla="*/ 0 h 6858000"/>
              <a:gd name="connsiteX368" fmla="*/ 3739902 w 12192000"/>
              <a:gd name="connsiteY368" fmla="*/ 0 h 6858000"/>
              <a:gd name="connsiteX369" fmla="*/ 4478452 w 12192000"/>
              <a:gd name="connsiteY369" fmla="*/ 738550 h 6858000"/>
              <a:gd name="connsiteX370" fmla="*/ 4859127 w 12192000"/>
              <a:gd name="connsiteY370" fmla="*/ 357875 h 6858000"/>
              <a:gd name="connsiteX371" fmla="*/ 4859127 w 12192000"/>
              <a:gd name="connsiteY371" fmla="*/ 0 h 6858000"/>
              <a:gd name="connsiteX372" fmla="*/ 4874509 w 12192000"/>
              <a:gd name="connsiteY372" fmla="*/ 0 h 6858000"/>
              <a:gd name="connsiteX373" fmla="*/ 4874509 w 12192000"/>
              <a:gd name="connsiteY373" fmla="*/ 357235 h 6858000"/>
              <a:gd name="connsiteX374" fmla="*/ 5255183 w 12192000"/>
              <a:gd name="connsiteY374" fmla="*/ 737909 h 6858000"/>
              <a:gd name="connsiteX375" fmla="*/ 5993668 w 12192000"/>
              <a:gd name="connsiteY375" fmla="*/ 0 h 6858000"/>
              <a:gd name="connsiteX376" fmla="*/ 6014882 w 12192000"/>
              <a:gd name="connsiteY376" fmla="*/ 0 h 6858000"/>
              <a:gd name="connsiteX377" fmla="*/ 5266078 w 12192000"/>
              <a:gd name="connsiteY377" fmla="*/ 748804 h 6858000"/>
              <a:gd name="connsiteX378" fmla="*/ 6096000 w 12192000"/>
              <a:gd name="connsiteY378" fmla="*/ 1579368 h 6858000"/>
              <a:gd name="connsiteX379" fmla="*/ 6925923 w 12192000"/>
              <a:gd name="connsiteY379" fmla="*/ 749445 h 6858000"/>
              <a:gd name="connsiteX380" fmla="*/ 6177056 w 12192000"/>
              <a:gd name="connsiteY380" fmla="*/ 0 h 6858000"/>
              <a:gd name="connsiteX381" fmla="*/ 6198267 w 12192000"/>
              <a:gd name="connsiteY381" fmla="*/ 0 h 6858000"/>
              <a:gd name="connsiteX382" fmla="*/ 6936818 w 12192000"/>
              <a:gd name="connsiteY382" fmla="*/ 738550 h 6858000"/>
              <a:gd name="connsiteX383" fmla="*/ 7317493 w 12192000"/>
              <a:gd name="connsiteY383" fmla="*/ 357875 h 6858000"/>
              <a:gd name="connsiteX384" fmla="*/ 7317493 w 12192000"/>
              <a:gd name="connsiteY384" fmla="*/ 0 h 6858000"/>
              <a:gd name="connsiteX385" fmla="*/ 7332873 w 12192000"/>
              <a:gd name="connsiteY385" fmla="*/ 0 h 6858000"/>
              <a:gd name="connsiteX386" fmla="*/ 7332873 w 12192000"/>
              <a:gd name="connsiteY386" fmla="*/ 357235 h 6858000"/>
              <a:gd name="connsiteX387" fmla="*/ 7332234 w 12192000"/>
              <a:gd name="connsiteY387" fmla="*/ 357235 h 6858000"/>
              <a:gd name="connsiteX388" fmla="*/ 7712907 w 12192000"/>
              <a:gd name="connsiteY388" fmla="*/ 737909 h 6858000"/>
              <a:gd name="connsiteX389" fmla="*/ 8451967 w 12192000"/>
              <a:gd name="connsiteY389" fmla="*/ 0 h 6858000"/>
              <a:gd name="connsiteX390" fmla="*/ 8472607 w 12192000"/>
              <a:gd name="connsiteY390" fmla="*/ 0 h 6858000"/>
              <a:gd name="connsiteX391" fmla="*/ 7723803 w 12192000"/>
              <a:gd name="connsiteY391" fmla="*/ 748804 h 6858000"/>
              <a:gd name="connsiteX392" fmla="*/ 8553725 w 12192000"/>
              <a:gd name="connsiteY392" fmla="*/ 1578727 h 6858000"/>
              <a:gd name="connsiteX393" fmla="*/ 9383647 w 12192000"/>
              <a:gd name="connsiteY393" fmla="*/ 748804 h 6858000"/>
              <a:gd name="connsiteX394" fmla="*/ 8634843 w 12192000"/>
              <a:gd name="connsiteY394" fmla="*/ 0 h 6858000"/>
              <a:gd name="connsiteX395" fmla="*/ 8655992 w 12192000"/>
              <a:gd name="connsiteY395" fmla="*/ 0 h 6858000"/>
              <a:gd name="connsiteX396" fmla="*/ 9394542 w 12192000"/>
              <a:gd name="connsiteY396" fmla="*/ 738550 h 6858000"/>
              <a:gd name="connsiteX397" fmla="*/ 9775217 w 12192000"/>
              <a:gd name="connsiteY397" fmla="*/ 357875 h 6858000"/>
              <a:gd name="connsiteX398" fmla="*/ 9775217 w 12192000"/>
              <a:gd name="connsiteY398" fmla="*/ 0 h 6858000"/>
              <a:gd name="connsiteX399" fmla="*/ 9790597 w 12192000"/>
              <a:gd name="connsiteY399" fmla="*/ 0 h 6858000"/>
              <a:gd name="connsiteX400" fmla="*/ 9790597 w 12192000"/>
              <a:gd name="connsiteY400" fmla="*/ 357235 h 6858000"/>
              <a:gd name="connsiteX401" fmla="*/ 10171273 w 12192000"/>
              <a:gd name="connsiteY401" fmla="*/ 737909 h 6858000"/>
              <a:gd name="connsiteX402" fmla="*/ 10909758 w 12192000"/>
              <a:gd name="connsiteY402" fmla="*/ 0 h 6858000"/>
              <a:gd name="connsiteX403" fmla="*/ 10930909 w 12192000"/>
              <a:gd name="connsiteY403" fmla="*/ 0 h 6858000"/>
              <a:gd name="connsiteX404" fmla="*/ 10181527 w 12192000"/>
              <a:gd name="connsiteY404" fmla="*/ 748804 h 6858000"/>
              <a:gd name="connsiteX405" fmla="*/ 11011449 w 12192000"/>
              <a:gd name="connsiteY405" fmla="*/ 1578727 h 6858000"/>
              <a:gd name="connsiteX406" fmla="*/ 11841371 w 12192000"/>
              <a:gd name="connsiteY406" fmla="*/ 748804 h 6858000"/>
              <a:gd name="connsiteX407" fmla="*/ 11093146 w 12192000"/>
              <a:gd name="connsiteY407" fmla="*/ 0 h 6858000"/>
              <a:gd name="connsiteX408" fmla="*/ 11114357 w 12192000"/>
              <a:gd name="connsiteY408" fmla="*/ 0 h 6858000"/>
              <a:gd name="connsiteX409" fmla="*/ 11852908 w 12192000"/>
              <a:gd name="connsiteY409" fmla="*/ 738550 h 6858000"/>
              <a:gd name="connsiteX410" fmla="*/ 12192000 w 12192000"/>
              <a:gd name="connsiteY410" fmla="*/ 399457 h 6858000"/>
              <a:gd name="connsiteX411" fmla="*/ 12192000 w 12192000"/>
              <a:gd name="connsiteY411" fmla="*/ 419966 h 6858000"/>
              <a:gd name="connsiteX412" fmla="*/ 11863162 w 12192000"/>
              <a:gd name="connsiteY412" fmla="*/ 748804 h 6858000"/>
              <a:gd name="connsiteX413" fmla="*/ 12192000 w 12192000"/>
              <a:gd name="connsiteY413" fmla="*/ 1077643 h 6858000"/>
              <a:gd name="connsiteX414" fmla="*/ 12192000 w 12192000"/>
              <a:gd name="connsiteY414" fmla="*/ 1098791 h 6858000"/>
              <a:gd name="connsiteX415" fmla="*/ 11852908 w 12192000"/>
              <a:gd name="connsiteY415" fmla="*/ 759699 h 6858000"/>
              <a:gd name="connsiteX416" fmla="*/ 11030035 w 12192000"/>
              <a:gd name="connsiteY416" fmla="*/ 1581931 h 6858000"/>
              <a:gd name="connsiteX417" fmla="*/ 12192000 w 12192000"/>
              <a:gd name="connsiteY417" fmla="*/ 1581931 h 6858000"/>
              <a:gd name="connsiteX418" fmla="*/ 12192000 w 12192000"/>
              <a:gd name="connsiteY418" fmla="*/ 1597312 h 6858000"/>
              <a:gd name="connsiteX419" fmla="*/ 11030035 w 12192000"/>
              <a:gd name="connsiteY419" fmla="*/ 1597312 h 6858000"/>
              <a:gd name="connsiteX420" fmla="*/ 11852908 w 12192000"/>
              <a:gd name="connsiteY420" fmla="*/ 2419544 h 6858000"/>
              <a:gd name="connsiteX421" fmla="*/ 12192000 w 12192000"/>
              <a:gd name="connsiteY421" fmla="*/ 2080452 h 6858000"/>
              <a:gd name="connsiteX422" fmla="*/ 12192000 w 12192000"/>
              <a:gd name="connsiteY422" fmla="*/ 2100959 h 6858000"/>
              <a:gd name="connsiteX423" fmla="*/ 11863162 w 12192000"/>
              <a:gd name="connsiteY423" fmla="*/ 2429798 h 6858000"/>
              <a:gd name="connsiteX424" fmla="*/ 12192000 w 12192000"/>
              <a:gd name="connsiteY424" fmla="*/ 2758636 h 6858000"/>
              <a:gd name="connsiteX425" fmla="*/ 12192000 w 12192000"/>
              <a:gd name="connsiteY425" fmla="*/ 2780426 h 6858000"/>
              <a:gd name="connsiteX426" fmla="*/ 11852908 w 12192000"/>
              <a:gd name="connsiteY426" fmla="*/ 2441334 h 6858000"/>
              <a:gd name="connsiteX427" fmla="*/ 11030035 w 12192000"/>
              <a:gd name="connsiteY427" fmla="*/ 3263565 h 6858000"/>
              <a:gd name="connsiteX428" fmla="*/ 12192000 w 12192000"/>
              <a:gd name="connsiteY428" fmla="*/ 3263565 h 6858000"/>
              <a:gd name="connsiteX429" fmla="*/ 12192000 w 12192000"/>
              <a:gd name="connsiteY429" fmla="*/ 3278306 h 6858000"/>
              <a:gd name="connsiteX430" fmla="*/ 11030035 w 12192000"/>
              <a:gd name="connsiteY430" fmla="*/ 3278306 h 6858000"/>
              <a:gd name="connsiteX431" fmla="*/ 11852908 w 12192000"/>
              <a:gd name="connsiteY431" fmla="*/ 4101178 h 6858000"/>
              <a:gd name="connsiteX432" fmla="*/ 12192000 w 12192000"/>
              <a:gd name="connsiteY432" fmla="*/ 3762086 h 6858000"/>
              <a:gd name="connsiteX433" fmla="*/ 12192000 w 12192000"/>
              <a:gd name="connsiteY433" fmla="*/ 3781953 h 6858000"/>
              <a:gd name="connsiteX434" fmla="*/ 11863162 w 12192000"/>
              <a:gd name="connsiteY434" fmla="*/ 4110791 h 6858000"/>
              <a:gd name="connsiteX435" fmla="*/ 12192000 w 12192000"/>
              <a:gd name="connsiteY435" fmla="*/ 4439631 h 6858000"/>
              <a:gd name="connsiteX436" fmla="*/ 12192000 w 12192000"/>
              <a:gd name="connsiteY436" fmla="*/ 4461419 h 6858000"/>
              <a:gd name="connsiteX437" fmla="*/ 11852908 w 12192000"/>
              <a:gd name="connsiteY437" fmla="*/ 4122327 h 6858000"/>
              <a:gd name="connsiteX438" fmla="*/ 11030035 w 12192000"/>
              <a:gd name="connsiteY438" fmla="*/ 4944558 h 6858000"/>
              <a:gd name="connsiteX439" fmla="*/ 12192000 w 12192000"/>
              <a:gd name="connsiteY439" fmla="*/ 4944558 h 6858000"/>
              <a:gd name="connsiteX440" fmla="*/ 12192000 w 12192000"/>
              <a:gd name="connsiteY440" fmla="*/ 4959940 h 6858000"/>
              <a:gd name="connsiteX441" fmla="*/ 11030035 w 12192000"/>
              <a:gd name="connsiteY441" fmla="*/ 4959940 h 6858000"/>
              <a:gd name="connsiteX442" fmla="*/ 11852908 w 12192000"/>
              <a:gd name="connsiteY442" fmla="*/ 5782171 h 6858000"/>
              <a:gd name="connsiteX443" fmla="*/ 12192000 w 12192000"/>
              <a:gd name="connsiteY443" fmla="*/ 5443080 h 6858000"/>
              <a:gd name="connsiteX444" fmla="*/ 12192000 w 12192000"/>
              <a:gd name="connsiteY444" fmla="*/ 5462946 h 6858000"/>
              <a:gd name="connsiteX445" fmla="*/ 11863162 w 12192000"/>
              <a:gd name="connsiteY445" fmla="*/ 5791784 h 6858000"/>
              <a:gd name="connsiteX446" fmla="*/ 12192000 w 12192000"/>
              <a:gd name="connsiteY446" fmla="*/ 6120624 h 6858000"/>
              <a:gd name="connsiteX447" fmla="*/ 12192000 w 12192000"/>
              <a:gd name="connsiteY447" fmla="*/ 6143053 h 6858000"/>
              <a:gd name="connsiteX448" fmla="*/ 11852908 w 12192000"/>
              <a:gd name="connsiteY448" fmla="*/ 5803961 h 6858000"/>
              <a:gd name="connsiteX449" fmla="*/ 11030035 w 12192000"/>
              <a:gd name="connsiteY449" fmla="*/ 6626193 h 6858000"/>
              <a:gd name="connsiteX450" fmla="*/ 12192000 w 12192000"/>
              <a:gd name="connsiteY450" fmla="*/ 6626193 h 6858000"/>
              <a:gd name="connsiteX451" fmla="*/ 12192000 w 12192000"/>
              <a:gd name="connsiteY451" fmla="*/ 6641575 h 6858000"/>
              <a:gd name="connsiteX452" fmla="*/ 11030035 w 12192000"/>
              <a:gd name="connsiteY452" fmla="*/ 6641575 h 6858000"/>
              <a:gd name="connsiteX453" fmla="*/ 11246629 w 12192000"/>
              <a:gd name="connsiteY453" fmla="*/ 6858000 h 6858000"/>
              <a:gd name="connsiteX454" fmla="*/ 11225311 w 12192000"/>
              <a:gd name="connsiteY454" fmla="*/ 6858000 h 6858000"/>
              <a:gd name="connsiteX455" fmla="*/ 11011449 w 12192000"/>
              <a:gd name="connsiteY455" fmla="*/ 6644138 h 6858000"/>
              <a:gd name="connsiteX456" fmla="*/ 10797587 w 12192000"/>
              <a:gd name="connsiteY456" fmla="*/ 6858000 h 6858000"/>
              <a:gd name="connsiteX457" fmla="*/ 10776438 w 12192000"/>
              <a:gd name="connsiteY457" fmla="*/ 6858000 h 6858000"/>
              <a:gd name="connsiteX458" fmla="*/ 10994146 w 12192000"/>
              <a:gd name="connsiteY458" fmla="*/ 6640292 h 6858000"/>
              <a:gd name="connsiteX459" fmla="*/ 9790597 w 12192000"/>
              <a:gd name="connsiteY459" fmla="*/ 6640292 h 6858000"/>
              <a:gd name="connsiteX460" fmla="*/ 9790597 w 12192000"/>
              <a:gd name="connsiteY460" fmla="*/ 6858000 h 6858000"/>
              <a:gd name="connsiteX461" fmla="*/ 9775217 w 12192000"/>
              <a:gd name="connsiteY461" fmla="*/ 6858000 h 6858000"/>
              <a:gd name="connsiteX462" fmla="*/ 9775217 w 12192000"/>
              <a:gd name="connsiteY462" fmla="*/ 6641575 h 6858000"/>
              <a:gd name="connsiteX463" fmla="*/ 8571669 w 12192000"/>
              <a:gd name="connsiteY463" fmla="*/ 6641575 h 6858000"/>
              <a:gd name="connsiteX464" fmla="*/ 8788263 w 12192000"/>
              <a:gd name="connsiteY464" fmla="*/ 6858000 h 6858000"/>
              <a:gd name="connsiteX465" fmla="*/ 8767587 w 12192000"/>
              <a:gd name="connsiteY465" fmla="*/ 6858000 h 6858000"/>
              <a:gd name="connsiteX466" fmla="*/ 8553725 w 12192000"/>
              <a:gd name="connsiteY466" fmla="*/ 6644138 h 6858000"/>
              <a:gd name="connsiteX467" fmla="*/ 8339863 w 12192000"/>
              <a:gd name="connsiteY467" fmla="*/ 6858000 h 6858000"/>
              <a:gd name="connsiteX468" fmla="*/ 8318072 w 12192000"/>
              <a:gd name="connsiteY468" fmla="*/ 6858000 h 6858000"/>
              <a:gd name="connsiteX469" fmla="*/ 8535780 w 12192000"/>
              <a:gd name="connsiteY469" fmla="*/ 6640292 h 6858000"/>
              <a:gd name="connsiteX470" fmla="*/ 7332234 w 12192000"/>
              <a:gd name="connsiteY470" fmla="*/ 6640292 h 6858000"/>
              <a:gd name="connsiteX471" fmla="*/ 7332234 w 12192000"/>
              <a:gd name="connsiteY471" fmla="*/ 6858000 h 6858000"/>
              <a:gd name="connsiteX472" fmla="*/ 7317493 w 12192000"/>
              <a:gd name="connsiteY472" fmla="*/ 6858000 h 6858000"/>
              <a:gd name="connsiteX473" fmla="*/ 7317493 w 12192000"/>
              <a:gd name="connsiteY473" fmla="*/ 6641575 h 6858000"/>
              <a:gd name="connsiteX474" fmla="*/ 6113945 w 12192000"/>
              <a:gd name="connsiteY474" fmla="*/ 6641575 h 6858000"/>
              <a:gd name="connsiteX475" fmla="*/ 6330539 w 12192000"/>
              <a:gd name="connsiteY475" fmla="*/ 6858000 h 6858000"/>
              <a:gd name="connsiteX476" fmla="*/ 6309862 w 12192000"/>
              <a:gd name="connsiteY476" fmla="*/ 6858000 h 6858000"/>
              <a:gd name="connsiteX477" fmla="*/ 6096000 w 12192000"/>
              <a:gd name="connsiteY477" fmla="*/ 6644138 h 6858000"/>
              <a:gd name="connsiteX478" fmla="*/ 5882138 w 12192000"/>
              <a:gd name="connsiteY478" fmla="*/ 6858000 h 6858000"/>
              <a:gd name="connsiteX479" fmla="*/ 5860348 w 12192000"/>
              <a:gd name="connsiteY479" fmla="*/ 6858000 h 6858000"/>
              <a:gd name="connsiteX480" fmla="*/ 6078056 w 12192000"/>
              <a:gd name="connsiteY480" fmla="*/ 6640292 h 6858000"/>
              <a:gd name="connsiteX481" fmla="*/ 4874509 w 12192000"/>
              <a:gd name="connsiteY481" fmla="*/ 6640292 h 6858000"/>
              <a:gd name="connsiteX482" fmla="*/ 4874509 w 12192000"/>
              <a:gd name="connsiteY482" fmla="*/ 6858000 h 6858000"/>
              <a:gd name="connsiteX483" fmla="*/ 4859127 w 12192000"/>
              <a:gd name="connsiteY483" fmla="*/ 6858000 h 6858000"/>
              <a:gd name="connsiteX484" fmla="*/ 4859127 w 12192000"/>
              <a:gd name="connsiteY484" fmla="*/ 6641575 h 6858000"/>
              <a:gd name="connsiteX485" fmla="*/ 3655579 w 12192000"/>
              <a:gd name="connsiteY485" fmla="*/ 6641575 h 6858000"/>
              <a:gd name="connsiteX486" fmla="*/ 3872173 w 12192000"/>
              <a:gd name="connsiteY486" fmla="*/ 6858000 h 6858000"/>
              <a:gd name="connsiteX487" fmla="*/ 3852138 w 12192000"/>
              <a:gd name="connsiteY487" fmla="*/ 6858000 h 6858000"/>
              <a:gd name="connsiteX488" fmla="*/ 3638276 w 12192000"/>
              <a:gd name="connsiteY488" fmla="*/ 6644138 h 6858000"/>
              <a:gd name="connsiteX489" fmla="*/ 3424249 w 12192000"/>
              <a:gd name="connsiteY489" fmla="*/ 6858000 h 6858000"/>
              <a:gd name="connsiteX490" fmla="*/ 3401983 w 12192000"/>
              <a:gd name="connsiteY490" fmla="*/ 6858000 h 6858000"/>
              <a:gd name="connsiteX491" fmla="*/ 3619692 w 12192000"/>
              <a:gd name="connsiteY491" fmla="*/ 6640292 h 6858000"/>
              <a:gd name="connsiteX492" fmla="*/ 2416143 w 12192000"/>
              <a:gd name="connsiteY492" fmla="*/ 6640292 h 6858000"/>
              <a:gd name="connsiteX493" fmla="*/ 2416143 w 12192000"/>
              <a:gd name="connsiteY493" fmla="*/ 6858000 h 6858000"/>
              <a:gd name="connsiteX494" fmla="*/ 2401403 w 12192000"/>
              <a:gd name="connsiteY494" fmla="*/ 6858000 h 6858000"/>
              <a:gd name="connsiteX495" fmla="*/ 2401403 w 12192000"/>
              <a:gd name="connsiteY495" fmla="*/ 6641575 h 6858000"/>
              <a:gd name="connsiteX496" fmla="*/ 1197855 w 12192000"/>
              <a:gd name="connsiteY496" fmla="*/ 6641575 h 6858000"/>
              <a:gd name="connsiteX497" fmla="*/ 1414448 w 12192000"/>
              <a:gd name="connsiteY497" fmla="*/ 6858000 h 6858000"/>
              <a:gd name="connsiteX498" fmla="*/ 1393772 w 12192000"/>
              <a:gd name="connsiteY498" fmla="*/ 6858000 h 6858000"/>
              <a:gd name="connsiteX499" fmla="*/ 1179910 w 12192000"/>
              <a:gd name="connsiteY499" fmla="*/ 6644138 h 6858000"/>
              <a:gd name="connsiteX500" fmla="*/ 966048 w 12192000"/>
              <a:gd name="connsiteY500" fmla="*/ 6858000 h 6858000"/>
              <a:gd name="connsiteX501" fmla="*/ 944259 w 12192000"/>
              <a:gd name="connsiteY501" fmla="*/ 6858000 h 6858000"/>
              <a:gd name="connsiteX502" fmla="*/ 1161967 w 12192000"/>
              <a:gd name="connsiteY502" fmla="*/ 6640292 h 6858000"/>
              <a:gd name="connsiteX503" fmla="*/ 0 w 12192000"/>
              <a:gd name="connsiteY503" fmla="*/ 6640292 h 6858000"/>
              <a:gd name="connsiteX504" fmla="*/ 0 w 12192000"/>
              <a:gd name="connsiteY504" fmla="*/ 6625553 h 6858000"/>
              <a:gd name="connsiteX505" fmla="*/ 1161967 w 12192000"/>
              <a:gd name="connsiteY505" fmla="*/ 6625553 h 6858000"/>
              <a:gd name="connsiteX506" fmla="*/ 339093 w 12192000"/>
              <a:gd name="connsiteY506" fmla="*/ 5803320 h 6858000"/>
              <a:gd name="connsiteX507" fmla="*/ 0 w 12192000"/>
              <a:gd name="connsiteY507" fmla="*/ 6142414 h 6858000"/>
              <a:gd name="connsiteX508" fmla="*/ 0 w 12192000"/>
              <a:gd name="connsiteY508" fmla="*/ 6121905 h 6858000"/>
              <a:gd name="connsiteX509" fmla="*/ 328839 w 12192000"/>
              <a:gd name="connsiteY509" fmla="*/ 5793066 h 6858000"/>
              <a:gd name="connsiteX510" fmla="*/ 0 w 12192000"/>
              <a:gd name="connsiteY510" fmla="*/ 5463681 h 6858000"/>
              <a:gd name="connsiteX511" fmla="*/ 0 w 12192000"/>
              <a:gd name="connsiteY511" fmla="*/ 5443080 h 6858000"/>
              <a:gd name="connsiteX512" fmla="*/ 339093 w 12192000"/>
              <a:gd name="connsiteY512" fmla="*/ 5782171 h 6858000"/>
              <a:gd name="connsiteX513" fmla="*/ 1161967 w 12192000"/>
              <a:gd name="connsiteY513" fmla="*/ 4959299 h 6858000"/>
              <a:gd name="connsiteX514" fmla="*/ 0 w 12192000"/>
              <a:gd name="connsiteY514" fmla="*/ 4959299 h 6858000"/>
              <a:gd name="connsiteX515" fmla="*/ 0 w 12192000"/>
              <a:gd name="connsiteY515" fmla="*/ 4944558 h 6858000"/>
              <a:gd name="connsiteX516" fmla="*/ 1161967 w 12192000"/>
              <a:gd name="connsiteY516" fmla="*/ 4944558 h 6858000"/>
              <a:gd name="connsiteX517" fmla="*/ 339093 w 12192000"/>
              <a:gd name="connsiteY517" fmla="*/ 4121686 h 6858000"/>
              <a:gd name="connsiteX518" fmla="*/ 0 w 12192000"/>
              <a:gd name="connsiteY518" fmla="*/ 4461350 h 6858000"/>
              <a:gd name="connsiteX519" fmla="*/ 0 w 12192000"/>
              <a:gd name="connsiteY519" fmla="*/ 4440271 h 6858000"/>
              <a:gd name="connsiteX520" fmla="*/ 328839 w 12192000"/>
              <a:gd name="connsiteY520" fmla="*/ 4111432 h 6858000"/>
              <a:gd name="connsiteX521" fmla="*/ 0 w 12192000"/>
              <a:gd name="connsiteY521" fmla="*/ 3782594 h 6858000"/>
              <a:gd name="connsiteX522" fmla="*/ 0 w 12192000"/>
              <a:gd name="connsiteY522" fmla="*/ 3761445 h 6858000"/>
              <a:gd name="connsiteX523" fmla="*/ 339093 w 12192000"/>
              <a:gd name="connsiteY523" fmla="*/ 4100537 h 6858000"/>
              <a:gd name="connsiteX524" fmla="*/ 1161967 w 12192000"/>
              <a:gd name="connsiteY524" fmla="*/ 3278306 h 6858000"/>
              <a:gd name="connsiteX525" fmla="*/ 0 w 12192000"/>
              <a:gd name="connsiteY525" fmla="*/ 3278306 h 6858000"/>
              <a:gd name="connsiteX526" fmla="*/ 0 w 12192000"/>
              <a:gd name="connsiteY526" fmla="*/ 3262924 h 6858000"/>
              <a:gd name="connsiteX527" fmla="*/ 1161967 w 12192000"/>
              <a:gd name="connsiteY527" fmla="*/ 3262924 h 6858000"/>
              <a:gd name="connsiteX528" fmla="*/ 339093 w 12192000"/>
              <a:gd name="connsiteY528" fmla="*/ 2440693 h 6858000"/>
              <a:gd name="connsiteX529" fmla="*/ 0 w 12192000"/>
              <a:gd name="connsiteY529" fmla="*/ 2779787 h 6858000"/>
              <a:gd name="connsiteX530" fmla="*/ 0 w 12192000"/>
              <a:gd name="connsiteY530" fmla="*/ 2759277 h 6858000"/>
              <a:gd name="connsiteX531" fmla="*/ 328839 w 12192000"/>
              <a:gd name="connsiteY531" fmla="*/ 2430439 h 6858000"/>
              <a:gd name="connsiteX532" fmla="*/ 0 w 12192000"/>
              <a:gd name="connsiteY532" fmla="*/ 2101053 h 6858000"/>
              <a:gd name="connsiteX533" fmla="*/ 0 w 12192000"/>
              <a:gd name="connsiteY533" fmla="*/ 2080451 h 6858000"/>
              <a:gd name="connsiteX534" fmla="*/ 339093 w 12192000"/>
              <a:gd name="connsiteY534" fmla="*/ 2419544 h 6858000"/>
              <a:gd name="connsiteX535" fmla="*/ 1161967 w 12192000"/>
              <a:gd name="connsiteY535" fmla="*/ 1596671 h 6858000"/>
              <a:gd name="connsiteX536" fmla="*/ 0 w 12192000"/>
              <a:gd name="connsiteY536" fmla="*/ 1596671 h 6858000"/>
              <a:gd name="connsiteX537" fmla="*/ 0 w 12192000"/>
              <a:gd name="connsiteY537" fmla="*/ 1581931 h 6858000"/>
              <a:gd name="connsiteX538" fmla="*/ 1161967 w 12192000"/>
              <a:gd name="connsiteY538" fmla="*/ 1581931 h 6858000"/>
              <a:gd name="connsiteX539" fmla="*/ 339093 w 12192000"/>
              <a:gd name="connsiteY539" fmla="*/ 759058 h 6858000"/>
              <a:gd name="connsiteX540" fmla="*/ 0 w 12192000"/>
              <a:gd name="connsiteY540" fmla="*/ 1098722 h 6858000"/>
              <a:gd name="connsiteX541" fmla="*/ 0 w 12192000"/>
              <a:gd name="connsiteY541" fmla="*/ 1077643 h 6858000"/>
              <a:gd name="connsiteX542" fmla="*/ 328839 w 12192000"/>
              <a:gd name="connsiteY542" fmla="*/ 748804 h 6858000"/>
              <a:gd name="connsiteX543" fmla="*/ 0 w 12192000"/>
              <a:gd name="connsiteY543" fmla="*/ 419966 h 6858000"/>
              <a:gd name="connsiteX544" fmla="*/ 0 w 12192000"/>
              <a:gd name="connsiteY544" fmla="*/ 398817 h 6858000"/>
              <a:gd name="connsiteX545" fmla="*/ 339093 w 12192000"/>
              <a:gd name="connsiteY545" fmla="*/ 73790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</a:cxnLst>
            <a:rect l="l" t="t" r="r" b="b"/>
            <a:pathLst>
              <a:path w="12192000" h="6858000">
                <a:moveTo>
                  <a:pt x="9394542" y="5803961"/>
                </a:moveTo>
                <a:lnTo>
                  <a:pt x="8571669" y="6626193"/>
                </a:lnTo>
                <a:lnTo>
                  <a:pt x="9775217" y="6626193"/>
                </a:lnTo>
                <a:lnTo>
                  <a:pt x="9775217" y="6184635"/>
                </a:lnTo>
                <a:close/>
                <a:moveTo>
                  <a:pt x="6936818" y="5803961"/>
                </a:moveTo>
                <a:lnTo>
                  <a:pt x="6113945" y="6626193"/>
                </a:lnTo>
                <a:lnTo>
                  <a:pt x="7317493" y="6626193"/>
                </a:lnTo>
                <a:lnTo>
                  <a:pt x="7317493" y="6184635"/>
                </a:lnTo>
                <a:close/>
                <a:moveTo>
                  <a:pt x="10171273" y="5803320"/>
                </a:moveTo>
                <a:lnTo>
                  <a:pt x="9790597" y="6183996"/>
                </a:lnTo>
                <a:lnTo>
                  <a:pt x="9790597" y="6625553"/>
                </a:lnTo>
                <a:lnTo>
                  <a:pt x="10994146" y="6625553"/>
                </a:lnTo>
                <a:close/>
                <a:moveTo>
                  <a:pt x="7713549" y="5803320"/>
                </a:moveTo>
                <a:lnTo>
                  <a:pt x="7332234" y="6183996"/>
                </a:lnTo>
                <a:lnTo>
                  <a:pt x="7332234" y="6625553"/>
                </a:lnTo>
                <a:lnTo>
                  <a:pt x="8535780" y="6625553"/>
                </a:lnTo>
                <a:close/>
                <a:moveTo>
                  <a:pt x="5255183" y="5803320"/>
                </a:moveTo>
                <a:lnTo>
                  <a:pt x="4874509" y="6183996"/>
                </a:lnTo>
                <a:lnTo>
                  <a:pt x="4874509" y="6625553"/>
                </a:lnTo>
                <a:lnTo>
                  <a:pt x="6078056" y="6625553"/>
                </a:lnTo>
                <a:close/>
                <a:moveTo>
                  <a:pt x="4478452" y="5803320"/>
                </a:moveTo>
                <a:lnTo>
                  <a:pt x="3655579" y="6626193"/>
                </a:lnTo>
                <a:lnTo>
                  <a:pt x="4859127" y="6626193"/>
                </a:lnTo>
                <a:lnTo>
                  <a:pt x="4859127" y="6184635"/>
                </a:lnTo>
                <a:close/>
                <a:moveTo>
                  <a:pt x="2797458" y="5803320"/>
                </a:moveTo>
                <a:lnTo>
                  <a:pt x="2416143" y="6183996"/>
                </a:lnTo>
                <a:lnTo>
                  <a:pt x="2416143" y="6625553"/>
                </a:lnTo>
                <a:lnTo>
                  <a:pt x="3619692" y="6625553"/>
                </a:lnTo>
                <a:close/>
                <a:moveTo>
                  <a:pt x="2020727" y="5803320"/>
                </a:moveTo>
                <a:lnTo>
                  <a:pt x="1197855" y="6626193"/>
                </a:lnTo>
                <a:lnTo>
                  <a:pt x="2401403" y="6626193"/>
                </a:lnTo>
                <a:lnTo>
                  <a:pt x="2401403" y="6184635"/>
                </a:lnTo>
                <a:close/>
                <a:moveTo>
                  <a:pt x="9782908" y="5414956"/>
                </a:moveTo>
                <a:lnTo>
                  <a:pt x="9404796" y="5793066"/>
                </a:lnTo>
                <a:lnTo>
                  <a:pt x="9782908" y="6171177"/>
                </a:lnTo>
                <a:lnTo>
                  <a:pt x="10161019" y="5793066"/>
                </a:lnTo>
                <a:close/>
                <a:moveTo>
                  <a:pt x="7325184" y="5414956"/>
                </a:moveTo>
                <a:lnTo>
                  <a:pt x="6947071" y="5793066"/>
                </a:lnTo>
                <a:lnTo>
                  <a:pt x="7325184" y="6171177"/>
                </a:lnTo>
                <a:lnTo>
                  <a:pt x="7703295" y="5793066"/>
                </a:lnTo>
                <a:close/>
                <a:moveTo>
                  <a:pt x="4867460" y="5414956"/>
                </a:moveTo>
                <a:lnTo>
                  <a:pt x="4489347" y="5793066"/>
                </a:lnTo>
                <a:lnTo>
                  <a:pt x="4867460" y="6171177"/>
                </a:lnTo>
                <a:lnTo>
                  <a:pt x="5245571" y="5793066"/>
                </a:lnTo>
                <a:close/>
                <a:moveTo>
                  <a:pt x="2409094" y="5414956"/>
                </a:moveTo>
                <a:lnTo>
                  <a:pt x="2030981" y="5793066"/>
                </a:lnTo>
                <a:lnTo>
                  <a:pt x="2409094" y="6171177"/>
                </a:lnTo>
                <a:lnTo>
                  <a:pt x="2787204" y="5793066"/>
                </a:lnTo>
                <a:close/>
                <a:moveTo>
                  <a:pt x="11011449" y="4963144"/>
                </a:moveTo>
                <a:lnTo>
                  <a:pt x="10181527" y="5793066"/>
                </a:lnTo>
                <a:lnTo>
                  <a:pt x="11011449" y="6622989"/>
                </a:lnTo>
                <a:lnTo>
                  <a:pt x="11841371" y="5793066"/>
                </a:lnTo>
                <a:close/>
                <a:moveTo>
                  <a:pt x="8553725" y="4963144"/>
                </a:moveTo>
                <a:lnTo>
                  <a:pt x="7723803" y="5793066"/>
                </a:lnTo>
                <a:lnTo>
                  <a:pt x="8553725" y="6622989"/>
                </a:lnTo>
                <a:lnTo>
                  <a:pt x="9383647" y="5793066"/>
                </a:lnTo>
                <a:close/>
                <a:moveTo>
                  <a:pt x="6096000" y="4962503"/>
                </a:moveTo>
                <a:lnTo>
                  <a:pt x="5266078" y="5793066"/>
                </a:lnTo>
                <a:lnTo>
                  <a:pt x="6096000" y="6622989"/>
                </a:lnTo>
                <a:lnTo>
                  <a:pt x="6925923" y="5793066"/>
                </a:lnTo>
                <a:close/>
                <a:moveTo>
                  <a:pt x="3638276" y="4962503"/>
                </a:moveTo>
                <a:lnTo>
                  <a:pt x="2807712" y="5793066"/>
                </a:lnTo>
                <a:lnTo>
                  <a:pt x="3637635" y="6622989"/>
                </a:lnTo>
                <a:lnTo>
                  <a:pt x="4468198" y="5793066"/>
                </a:lnTo>
                <a:close/>
                <a:moveTo>
                  <a:pt x="1179910" y="4962503"/>
                </a:moveTo>
                <a:lnTo>
                  <a:pt x="349988" y="5793066"/>
                </a:lnTo>
                <a:lnTo>
                  <a:pt x="1179910" y="6622989"/>
                </a:lnTo>
                <a:lnTo>
                  <a:pt x="2009834" y="5793066"/>
                </a:lnTo>
                <a:close/>
                <a:moveTo>
                  <a:pt x="8571669" y="4959940"/>
                </a:moveTo>
                <a:lnTo>
                  <a:pt x="9394542" y="5782171"/>
                </a:lnTo>
                <a:lnTo>
                  <a:pt x="9775217" y="5401498"/>
                </a:lnTo>
                <a:lnTo>
                  <a:pt x="9775217" y="4959940"/>
                </a:lnTo>
                <a:close/>
                <a:moveTo>
                  <a:pt x="6113945" y="4959940"/>
                </a:moveTo>
                <a:lnTo>
                  <a:pt x="6936818" y="5782171"/>
                </a:lnTo>
                <a:lnTo>
                  <a:pt x="7317493" y="5401498"/>
                </a:lnTo>
                <a:lnTo>
                  <a:pt x="7317493" y="4959940"/>
                </a:lnTo>
                <a:close/>
                <a:moveTo>
                  <a:pt x="3655579" y="4959940"/>
                </a:moveTo>
                <a:lnTo>
                  <a:pt x="4478452" y="5782171"/>
                </a:lnTo>
                <a:lnTo>
                  <a:pt x="4859127" y="5401498"/>
                </a:lnTo>
                <a:lnTo>
                  <a:pt x="4859127" y="4959940"/>
                </a:lnTo>
                <a:close/>
                <a:moveTo>
                  <a:pt x="1197855" y="4959940"/>
                </a:moveTo>
                <a:lnTo>
                  <a:pt x="2020727" y="5782171"/>
                </a:lnTo>
                <a:lnTo>
                  <a:pt x="2401403" y="5401498"/>
                </a:lnTo>
                <a:lnTo>
                  <a:pt x="2401403" y="4959940"/>
                </a:lnTo>
                <a:close/>
                <a:moveTo>
                  <a:pt x="9790597" y="4959299"/>
                </a:moveTo>
                <a:lnTo>
                  <a:pt x="9790597" y="5401498"/>
                </a:lnTo>
                <a:lnTo>
                  <a:pt x="10171273" y="5782171"/>
                </a:lnTo>
                <a:lnTo>
                  <a:pt x="10994146" y="4959299"/>
                </a:lnTo>
                <a:close/>
                <a:moveTo>
                  <a:pt x="7332234" y="4959299"/>
                </a:moveTo>
                <a:lnTo>
                  <a:pt x="7332234" y="5401498"/>
                </a:lnTo>
                <a:lnTo>
                  <a:pt x="7712907" y="5782171"/>
                </a:lnTo>
                <a:lnTo>
                  <a:pt x="8535780" y="4959299"/>
                </a:lnTo>
                <a:close/>
                <a:moveTo>
                  <a:pt x="4874509" y="4959299"/>
                </a:moveTo>
                <a:lnTo>
                  <a:pt x="4874509" y="5401498"/>
                </a:lnTo>
                <a:lnTo>
                  <a:pt x="5255183" y="5782171"/>
                </a:lnTo>
                <a:lnTo>
                  <a:pt x="6078056" y="4959299"/>
                </a:lnTo>
                <a:close/>
                <a:moveTo>
                  <a:pt x="2416143" y="4959299"/>
                </a:moveTo>
                <a:lnTo>
                  <a:pt x="2416143" y="5401498"/>
                </a:lnTo>
                <a:lnTo>
                  <a:pt x="2796817" y="5782171"/>
                </a:lnTo>
                <a:lnTo>
                  <a:pt x="3619692" y="4959299"/>
                </a:lnTo>
                <a:close/>
                <a:moveTo>
                  <a:pt x="9394542" y="4122327"/>
                </a:moveTo>
                <a:lnTo>
                  <a:pt x="8571669" y="4944558"/>
                </a:lnTo>
                <a:lnTo>
                  <a:pt x="9775217" y="4944558"/>
                </a:lnTo>
                <a:lnTo>
                  <a:pt x="9775217" y="4503001"/>
                </a:lnTo>
                <a:close/>
                <a:moveTo>
                  <a:pt x="6936818" y="4122327"/>
                </a:moveTo>
                <a:lnTo>
                  <a:pt x="6113945" y="4944558"/>
                </a:lnTo>
                <a:lnTo>
                  <a:pt x="7317493" y="4944558"/>
                </a:lnTo>
                <a:lnTo>
                  <a:pt x="7317493" y="4503001"/>
                </a:lnTo>
                <a:close/>
                <a:moveTo>
                  <a:pt x="4478452" y="4122327"/>
                </a:moveTo>
                <a:lnTo>
                  <a:pt x="3655579" y="4944558"/>
                </a:lnTo>
                <a:lnTo>
                  <a:pt x="4859127" y="4944558"/>
                </a:lnTo>
                <a:lnTo>
                  <a:pt x="4859127" y="4503001"/>
                </a:lnTo>
                <a:close/>
                <a:moveTo>
                  <a:pt x="2020727" y="4122327"/>
                </a:moveTo>
                <a:lnTo>
                  <a:pt x="1197855" y="4944558"/>
                </a:lnTo>
                <a:lnTo>
                  <a:pt x="2401403" y="4944558"/>
                </a:lnTo>
                <a:lnTo>
                  <a:pt x="2401403" y="4503001"/>
                </a:lnTo>
                <a:close/>
                <a:moveTo>
                  <a:pt x="10171273" y="4121686"/>
                </a:moveTo>
                <a:lnTo>
                  <a:pt x="9790597" y="4503001"/>
                </a:lnTo>
                <a:lnTo>
                  <a:pt x="9790597" y="4944558"/>
                </a:lnTo>
                <a:lnTo>
                  <a:pt x="10994146" y="4944558"/>
                </a:lnTo>
                <a:close/>
                <a:moveTo>
                  <a:pt x="7712907" y="4121686"/>
                </a:moveTo>
                <a:lnTo>
                  <a:pt x="7332234" y="4503001"/>
                </a:lnTo>
                <a:lnTo>
                  <a:pt x="7332234" y="4944558"/>
                </a:lnTo>
                <a:lnTo>
                  <a:pt x="8535780" y="4944558"/>
                </a:lnTo>
                <a:close/>
                <a:moveTo>
                  <a:pt x="5255183" y="4121686"/>
                </a:moveTo>
                <a:lnTo>
                  <a:pt x="4874509" y="4503001"/>
                </a:lnTo>
                <a:lnTo>
                  <a:pt x="4874509" y="4944558"/>
                </a:lnTo>
                <a:lnTo>
                  <a:pt x="6078056" y="4944558"/>
                </a:lnTo>
                <a:close/>
                <a:moveTo>
                  <a:pt x="2797458" y="4121686"/>
                </a:moveTo>
                <a:lnTo>
                  <a:pt x="2416143" y="4503001"/>
                </a:lnTo>
                <a:lnTo>
                  <a:pt x="2416143" y="4944558"/>
                </a:lnTo>
                <a:lnTo>
                  <a:pt x="3619692" y="4944558"/>
                </a:lnTo>
                <a:close/>
                <a:moveTo>
                  <a:pt x="9782908" y="3733321"/>
                </a:moveTo>
                <a:lnTo>
                  <a:pt x="9404796" y="4111432"/>
                </a:lnTo>
                <a:lnTo>
                  <a:pt x="9782908" y="4489543"/>
                </a:lnTo>
                <a:lnTo>
                  <a:pt x="10161019" y="4111432"/>
                </a:lnTo>
                <a:close/>
                <a:moveTo>
                  <a:pt x="7325184" y="3733321"/>
                </a:moveTo>
                <a:lnTo>
                  <a:pt x="6947071" y="4111432"/>
                </a:lnTo>
                <a:lnTo>
                  <a:pt x="7325184" y="4489543"/>
                </a:lnTo>
                <a:lnTo>
                  <a:pt x="7703295" y="4111432"/>
                </a:lnTo>
                <a:close/>
                <a:moveTo>
                  <a:pt x="4867460" y="3733321"/>
                </a:moveTo>
                <a:lnTo>
                  <a:pt x="4489347" y="4111432"/>
                </a:lnTo>
                <a:lnTo>
                  <a:pt x="4867460" y="4489543"/>
                </a:lnTo>
                <a:lnTo>
                  <a:pt x="5245571" y="4111432"/>
                </a:lnTo>
                <a:close/>
                <a:moveTo>
                  <a:pt x="2409094" y="3733321"/>
                </a:moveTo>
                <a:lnTo>
                  <a:pt x="2030981" y="4111432"/>
                </a:lnTo>
                <a:lnTo>
                  <a:pt x="2409094" y="4489543"/>
                </a:lnTo>
                <a:lnTo>
                  <a:pt x="2787204" y="4111432"/>
                </a:lnTo>
                <a:close/>
                <a:moveTo>
                  <a:pt x="11012090" y="3281510"/>
                </a:moveTo>
                <a:lnTo>
                  <a:pt x="10181527" y="4111432"/>
                </a:lnTo>
                <a:lnTo>
                  <a:pt x="11011449" y="4941354"/>
                </a:lnTo>
                <a:lnTo>
                  <a:pt x="11842013" y="4111432"/>
                </a:lnTo>
                <a:close/>
                <a:moveTo>
                  <a:pt x="8554366" y="3281510"/>
                </a:moveTo>
                <a:lnTo>
                  <a:pt x="7723803" y="4111432"/>
                </a:lnTo>
                <a:lnTo>
                  <a:pt x="8553725" y="4941354"/>
                </a:lnTo>
                <a:lnTo>
                  <a:pt x="9384288" y="4111432"/>
                </a:lnTo>
                <a:close/>
                <a:moveTo>
                  <a:pt x="6096000" y="3281510"/>
                </a:moveTo>
                <a:lnTo>
                  <a:pt x="5266078" y="4111432"/>
                </a:lnTo>
                <a:lnTo>
                  <a:pt x="6096000" y="4941995"/>
                </a:lnTo>
                <a:lnTo>
                  <a:pt x="6925923" y="4111432"/>
                </a:lnTo>
                <a:close/>
                <a:moveTo>
                  <a:pt x="3638276" y="3281510"/>
                </a:moveTo>
                <a:lnTo>
                  <a:pt x="2807712" y="4111432"/>
                </a:lnTo>
                <a:lnTo>
                  <a:pt x="3637635" y="4941354"/>
                </a:lnTo>
                <a:lnTo>
                  <a:pt x="4468198" y="4111432"/>
                </a:lnTo>
                <a:close/>
                <a:moveTo>
                  <a:pt x="1179910" y="3281510"/>
                </a:moveTo>
                <a:lnTo>
                  <a:pt x="349988" y="4111432"/>
                </a:lnTo>
                <a:lnTo>
                  <a:pt x="1179910" y="4941354"/>
                </a:lnTo>
                <a:lnTo>
                  <a:pt x="2010473" y="4111432"/>
                </a:lnTo>
                <a:close/>
                <a:moveTo>
                  <a:pt x="9790597" y="3278306"/>
                </a:moveTo>
                <a:lnTo>
                  <a:pt x="9790597" y="3719863"/>
                </a:lnTo>
                <a:lnTo>
                  <a:pt x="10171273" y="4100537"/>
                </a:lnTo>
                <a:lnTo>
                  <a:pt x="10994146" y="3278306"/>
                </a:lnTo>
                <a:close/>
                <a:moveTo>
                  <a:pt x="8571669" y="3278306"/>
                </a:moveTo>
                <a:lnTo>
                  <a:pt x="9394542" y="4101178"/>
                </a:lnTo>
                <a:lnTo>
                  <a:pt x="9775217" y="3720504"/>
                </a:lnTo>
                <a:lnTo>
                  <a:pt x="9775217" y="3278306"/>
                </a:lnTo>
                <a:close/>
                <a:moveTo>
                  <a:pt x="7332873" y="3278306"/>
                </a:moveTo>
                <a:lnTo>
                  <a:pt x="7332873" y="3719863"/>
                </a:lnTo>
                <a:lnTo>
                  <a:pt x="7332234" y="3719863"/>
                </a:lnTo>
                <a:lnTo>
                  <a:pt x="7712907" y="4100537"/>
                </a:lnTo>
                <a:lnTo>
                  <a:pt x="8536421" y="3278306"/>
                </a:lnTo>
                <a:close/>
                <a:moveTo>
                  <a:pt x="6113945" y="3278306"/>
                </a:moveTo>
                <a:lnTo>
                  <a:pt x="6936818" y="4101178"/>
                </a:lnTo>
                <a:lnTo>
                  <a:pt x="7317493" y="3720504"/>
                </a:lnTo>
                <a:lnTo>
                  <a:pt x="7317493" y="3278306"/>
                </a:lnTo>
                <a:close/>
                <a:moveTo>
                  <a:pt x="4874509" y="3278306"/>
                </a:moveTo>
                <a:lnTo>
                  <a:pt x="4874509" y="3719863"/>
                </a:lnTo>
                <a:lnTo>
                  <a:pt x="5255183" y="4100537"/>
                </a:lnTo>
                <a:lnTo>
                  <a:pt x="6078056" y="3278306"/>
                </a:lnTo>
                <a:close/>
                <a:moveTo>
                  <a:pt x="3655579" y="3278306"/>
                </a:moveTo>
                <a:lnTo>
                  <a:pt x="4478452" y="4101178"/>
                </a:lnTo>
                <a:lnTo>
                  <a:pt x="4859127" y="3720504"/>
                </a:lnTo>
                <a:lnTo>
                  <a:pt x="4859127" y="3278306"/>
                </a:lnTo>
                <a:close/>
                <a:moveTo>
                  <a:pt x="2416143" y="3278306"/>
                </a:moveTo>
                <a:lnTo>
                  <a:pt x="2416143" y="3719863"/>
                </a:lnTo>
                <a:lnTo>
                  <a:pt x="2796817" y="4100537"/>
                </a:lnTo>
                <a:lnTo>
                  <a:pt x="3620331" y="3278306"/>
                </a:lnTo>
                <a:close/>
                <a:moveTo>
                  <a:pt x="1197855" y="3278306"/>
                </a:moveTo>
                <a:lnTo>
                  <a:pt x="2020727" y="4101178"/>
                </a:lnTo>
                <a:lnTo>
                  <a:pt x="2401403" y="3720504"/>
                </a:lnTo>
                <a:lnTo>
                  <a:pt x="2401403" y="3278306"/>
                </a:lnTo>
                <a:close/>
                <a:moveTo>
                  <a:pt x="9394542" y="2441334"/>
                </a:moveTo>
                <a:lnTo>
                  <a:pt x="8571669" y="3263565"/>
                </a:lnTo>
                <a:lnTo>
                  <a:pt x="9775217" y="3263565"/>
                </a:lnTo>
                <a:lnTo>
                  <a:pt x="9775217" y="2822008"/>
                </a:lnTo>
                <a:close/>
                <a:moveTo>
                  <a:pt x="6936818" y="2441334"/>
                </a:moveTo>
                <a:lnTo>
                  <a:pt x="6113945" y="3263565"/>
                </a:lnTo>
                <a:lnTo>
                  <a:pt x="7317493" y="3263565"/>
                </a:lnTo>
                <a:lnTo>
                  <a:pt x="7317493" y="2822008"/>
                </a:lnTo>
                <a:close/>
                <a:moveTo>
                  <a:pt x="4478452" y="2441334"/>
                </a:moveTo>
                <a:lnTo>
                  <a:pt x="3655579" y="3263565"/>
                </a:lnTo>
                <a:lnTo>
                  <a:pt x="4859127" y="3263565"/>
                </a:lnTo>
                <a:lnTo>
                  <a:pt x="4859127" y="2822008"/>
                </a:lnTo>
                <a:close/>
                <a:moveTo>
                  <a:pt x="2020727" y="2441334"/>
                </a:moveTo>
                <a:lnTo>
                  <a:pt x="1197855" y="3263565"/>
                </a:lnTo>
                <a:lnTo>
                  <a:pt x="2401403" y="3263565"/>
                </a:lnTo>
                <a:lnTo>
                  <a:pt x="2401403" y="2822008"/>
                </a:lnTo>
                <a:close/>
                <a:moveTo>
                  <a:pt x="5255183" y="2440693"/>
                </a:moveTo>
                <a:lnTo>
                  <a:pt x="4874509" y="2821368"/>
                </a:lnTo>
                <a:lnTo>
                  <a:pt x="4874509" y="3262924"/>
                </a:lnTo>
                <a:lnTo>
                  <a:pt x="6078056" y="3262924"/>
                </a:lnTo>
                <a:close/>
                <a:moveTo>
                  <a:pt x="2797458" y="2440693"/>
                </a:moveTo>
                <a:lnTo>
                  <a:pt x="2416143" y="2821368"/>
                </a:lnTo>
                <a:lnTo>
                  <a:pt x="2416143" y="3262924"/>
                </a:lnTo>
                <a:lnTo>
                  <a:pt x="3619692" y="3262924"/>
                </a:lnTo>
                <a:close/>
                <a:moveTo>
                  <a:pt x="10171273" y="2440052"/>
                </a:moveTo>
                <a:lnTo>
                  <a:pt x="9790597" y="2821368"/>
                </a:lnTo>
                <a:lnTo>
                  <a:pt x="9790597" y="3262924"/>
                </a:lnTo>
                <a:lnTo>
                  <a:pt x="10994146" y="3262924"/>
                </a:lnTo>
                <a:close/>
                <a:moveTo>
                  <a:pt x="7712907" y="2440052"/>
                </a:moveTo>
                <a:lnTo>
                  <a:pt x="7332234" y="2821368"/>
                </a:lnTo>
                <a:lnTo>
                  <a:pt x="7332234" y="3262924"/>
                </a:lnTo>
                <a:lnTo>
                  <a:pt x="8535780" y="3262924"/>
                </a:lnTo>
                <a:close/>
                <a:moveTo>
                  <a:pt x="9782908" y="2052328"/>
                </a:moveTo>
                <a:lnTo>
                  <a:pt x="9404796" y="2430439"/>
                </a:lnTo>
                <a:lnTo>
                  <a:pt x="9782908" y="2808550"/>
                </a:lnTo>
                <a:lnTo>
                  <a:pt x="10161019" y="2430439"/>
                </a:lnTo>
                <a:close/>
                <a:moveTo>
                  <a:pt x="7325184" y="2052328"/>
                </a:moveTo>
                <a:lnTo>
                  <a:pt x="6947071" y="2430439"/>
                </a:lnTo>
                <a:lnTo>
                  <a:pt x="7325184" y="2808550"/>
                </a:lnTo>
                <a:lnTo>
                  <a:pt x="7703295" y="2430439"/>
                </a:lnTo>
                <a:close/>
                <a:moveTo>
                  <a:pt x="4867460" y="2052328"/>
                </a:moveTo>
                <a:lnTo>
                  <a:pt x="4489347" y="2430439"/>
                </a:lnTo>
                <a:lnTo>
                  <a:pt x="4867460" y="2808550"/>
                </a:lnTo>
                <a:lnTo>
                  <a:pt x="5245571" y="2430439"/>
                </a:lnTo>
                <a:close/>
                <a:moveTo>
                  <a:pt x="2409094" y="2052328"/>
                </a:moveTo>
                <a:lnTo>
                  <a:pt x="2030981" y="2430439"/>
                </a:lnTo>
                <a:lnTo>
                  <a:pt x="2409094" y="2808550"/>
                </a:lnTo>
                <a:lnTo>
                  <a:pt x="2787204" y="2430439"/>
                </a:lnTo>
                <a:close/>
                <a:moveTo>
                  <a:pt x="11011449" y="1600517"/>
                </a:moveTo>
                <a:lnTo>
                  <a:pt x="10181527" y="2430439"/>
                </a:lnTo>
                <a:lnTo>
                  <a:pt x="11011449" y="3260361"/>
                </a:lnTo>
                <a:lnTo>
                  <a:pt x="11841371" y="2430439"/>
                </a:lnTo>
                <a:close/>
                <a:moveTo>
                  <a:pt x="8553725" y="1600517"/>
                </a:moveTo>
                <a:lnTo>
                  <a:pt x="7723803" y="2430439"/>
                </a:lnTo>
                <a:lnTo>
                  <a:pt x="8553725" y="3260361"/>
                </a:lnTo>
                <a:lnTo>
                  <a:pt x="9383647" y="2430439"/>
                </a:lnTo>
                <a:close/>
                <a:moveTo>
                  <a:pt x="6096000" y="1599875"/>
                </a:moveTo>
                <a:lnTo>
                  <a:pt x="5266078" y="2430439"/>
                </a:lnTo>
                <a:lnTo>
                  <a:pt x="6096000" y="3260361"/>
                </a:lnTo>
                <a:lnTo>
                  <a:pt x="6925923" y="2430439"/>
                </a:lnTo>
                <a:close/>
                <a:moveTo>
                  <a:pt x="3638276" y="1599875"/>
                </a:moveTo>
                <a:lnTo>
                  <a:pt x="2807712" y="2430439"/>
                </a:lnTo>
                <a:lnTo>
                  <a:pt x="3637635" y="3260361"/>
                </a:lnTo>
                <a:lnTo>
                  <a:pt x="4468198" y="2430439"/>
                </a:lnTo>
                <a:close/>
                <a:moveTo>
                  <a:pt x="1179910" y="1599875"/>
                </a:moveTo>
                <a:lnTo>
                  <a:pt x="349988" y="2430439"/>
                </a:lnTo>
                <a:lnTo>
                  <a:pt x="1179910" y="3260361"/>
                </a:lnTo>
                <a:lnTo>
                  <a:pt x="2009834" y="2430439"/>
                </a:lnTo>
                <a:close/>
                <a:moveTo>
                  <a:pt x="8571669" y="1597312"/>
                </a:moveTo>
                <a:lnTo>
                  <a:pt x="9394542" y="2419544"/>
                </a:lnTo>
                <a:lnTo>
                  <a:pt x="9775217" y="2038870"/>
                </a:lnTo>
                <a:lnTo>
                  <a:pt x="9775217" y="1597312"/>
                </a:lnTo>
                <a:close/>
                <a:moveTo>
                  <a:pt x="6113945" y="1597312"/>
                </a:moveTo>
                <a:lnTo>
                  <a:pt x="6936818" y="2419544"/>
                </a:lnTo>
                <a:lnTo>
                  <a:pt x="7317493" y="2038870"/>
                </a:lnTo>
                <a:lnTo>
                  <a:pt x="7317493" y="1597312"/>
                </a:lnTo>
                <a:close/>
                <a:moveTo>
                  <a:pt x="3655579" y="1597312"/>
                </a:moveTo>
                <a:lnTo>
                  <a:pt x="4478452" y="2419544"/>
                </a:lnTo>
                <a:lnTo>
                  <a:pt x="4859127" y="2038870"/>
                </a:lnTo>
                <a:lnTo>
                  <a:pt x="4859127" y="1597312"/>
                </a:lnTo>
                <a:close/>
                <a:moveTo>
                  <a:pt x="1197855" y="1597312"/>
                </a:moveTo>
                <a:lnTo>
                  <a:pt x="2020727" y="2419544"/>
                </a:lnTo>
                <a:lnTo>
                  <a:pt x="2401403" y="2038870"/>
                </a:lnTo>
                <a:lnTo>
                  <a:pt x="2401403" y="1597312"/>
                </a:lnTo>
                <a:close/>
                <a:moveTo>
                  <a:pt x="9790597" y="1596671"/>
                </a:moveTo>
                <a:lnTo>
                  <a:pt x="9790597" y="2038870"/>
                </a:lnTo>
                <a:lnTo>
                  <a:pt x="10171273" y="2419544"/>
                </a:lnTo>
                <a:lnTo>
                  <a:pt x="10994146" y="1596671"/>
                </a:lnTo>
                <a:close/>
                <a:moveTo>
                  <a:pt x="7332234" y="1596671"/>
                </a:moveTo>
                <a:lnTo>
                  <a:pt x="7332234" y="2038870"/>
                </a:lnTo>
                <a:lnTo>
                  <a:pt x="7712907" y="2419544"/>
                </a:lnTo>
                <a:lnTo>
                  <a:pt x="8535780" y="1596671"/>
                </a:lnTo>
                <a:close/>
                <a:moveTo>
                  <a:pt x="4874509" y="1596671"/>
                </a:moveTo>
                <a:lnTo>
                  <a:pt x="4874509" y="2038870"/>
                </a:lnTo>
                <a:lnTo>
                  <a:pt x="5255183" y="2419544"/>
                </a:lnTo>
                <a:lnTo>
                  <a:pt x="6078056" y="1596671"/>
                </a:lnTo>
                <a:close/>
                <a:moveTo>
                  <a:pt x="2416143" y="1596671"/>
                </a:moveTo>
                <a:lnTo>
                  <a:pt x="2416143" y="2038870"/>
                </a:lnTo>
                <a:lnTo>
                  <a:pt x="2796817" y="2419544"/>
                </a:lnTo>
                <a:lnTo>
                  <a:pt x="3619692" y="1596671"/>
                </a:lnTo>
                <a:close/>
                <a:moveTo>
                  <a:pt x="9394542" y="759699"/>
                </a:moveTo>
                <a:lnTo>
                  <a:pt x="8571669" y="1581931"/>
                </a:lnTo>
                <a:lnTo>
                  <a:pt x="9775217" y="1581931"/>
                </a:lnTo>
                <a:lnTo>
                  <a:pt x="9775217" y="1140373"/>
                </a:lnTo>
                <a:close/>
                <a:moveTo>
                  <a:pt x="6936818" y="759699"/>
                </a:moveTo>
                <a:lnTo>
                  <a:pt x="6113945" y="1581931"/>
                </a:lnTo>
                <a:lnTo>
                  <a:pt x="7317493" y="1581931"/>
                </a:lnTo>
                <a:lnTo>
                  <a:pt x="7317493" y="1140373"/>
                </a:lnTo>
                <a:close/>
                <a:moveTo>
                  <a:pt x="4478452" y="759699"/>
                </a:moveTo>
                <a:lnTo>
                  <a:pt x="3655579" y="1581931"/>
                </a:lnTo>
                <a:lnTo>
                  <a:pt x="4859127" y="1581931"/>
                </a:lnTo>
                <a:lnTo>
                  <a:pt x="4859127" y="1140373"/>
                </a:lnTo>
                <a:close/>
                <a:moveTo>
                  <a:pt x="2020727" y="759699"/>
                </a:moveTo>
                <a:lnTo>
                  <a:pt x="1197855" y="1581931"/>
                </a:lnTo>
                <a:lnTo>
                  <a:pt x="2401403" y="1581931"/>
                </a:lnTo>
                <a:lnTo>
                  <a:pt x="2401403" y="1140373"/>
                </a:lnTo>
                <a:close/>
                <a:moveTo>
                  <a:pt x="10171273" y="759058"/>
                </a:moveTo>
                <a:lnTo>
                  <a:pt x="9790597" y="1140373"/>
                </a:lnTo>
                <a:lnTo>
                  <a:pt x="9790597" y="1581931"/>
                </a:lnTo>
                <a:lnTo>
                  <a:pt x="10994146" y="1581931"/>
                </a:lnTo>
                <a:close/>
                <a:moveTo>
                  <a:pt x="7712907" y="759058"/>
                </a:moveTo>
                <a:lnTo>
                  <a:pt x="7332234" y="1140373"/>
                </a:lnTo>
                <a:lnTo>
                  <a:pt x="7332234" y="1581931"/>
                </a:lnTo>
                <a:lnTo>
                  <a:pt x="8535780" y="1581931"/>
                </a:lnTo>
                <a:close/>
                <a:moveTo>
                  <a:pt x="5255183" y="759058"/>
                </a:moveTo>
                <a:lnTo>
                  <a:pt x="4874509" y="1140373"/>
                </a:lnTo>
                <a:lnTo>
                  <a:pt x="4874509" y="1581931"/>
                </a:lnTo>
                <a:lnTo>
                  <a:pt x="6078056" y="1581931"/>
                </a:lnTo>
                <a:close/>
                <a:moveTo>
                  <a:pt x="2797458" y="759058"/>
                </a:moveTo>
                <a:lnTo>
                  <a:pt x="2416143" y="1140373"/>
                </a:lnTo>
                <a:lnTo>
                  <a:pt x="2416143" y="1581931"/>
                </a:lnTo>
                <a:lnTo>
                  <a:pt x="3619692" y="1581931"/>
                </a:lnTo>
                <a:close/>
                <a:moveTo>
                  <a:pt x="9782908" y="370693"/>
                </a:moveTo>
                <a:lnTo>
                  <a:pt x="9404796" y="748804"/>
                </a:lnTo>
                <a:lnTo>
                  <a:pt x="9782908" y="1126915"/>
                </a:lnTo>
                <a:lnTo>
                  <a:pt x="10161019" y="748804"/>
                </a:lnTo>
                <a:close/>
                <a:moveTo>
                  <a:pt x="7325184" y="370693"/>
                </a:moveTo>
                <a:lnTo>
                  <a:pt x="6947071" y="748804"/>
                </a:lnTo>
                <a:lnTo>
                  <a:pt x="7325184" y="1126915"/>
                </a:lnTo>
                <a:lnTo>
                  <a:pt x="7703295" y="748804"/>
                </a:lnTo>
                <a:close/>
                <a:moveTo>
                  <a:pt x="4867460" y="370693"/>
                </a:moveTo>
                <a:lnTo>
                  <a:pt x="4489347" y="748804"/>
                </a:lnTo>
                <a:lnTo>
                  <a:pt x="4867460" y="1126915"/>
                </a:lnTo>
                <a:lnTo>
                  <a:pt x="5245571" y="748804"/>
                </a:lnTo>
                <a:close/>
                <a:moveTo>
                  <a:pt x="2409094" y="370693"/>
                </a:moveTo>
                <a:lnTo>
                  <a:pt x="2030981" y="748804"/>
                </a:lnTo>
                <a:lnTo>
                  <a:pt x="2409094" y="1126915"/>
                </a:lnTo>
                <a:lnTo>
                  <a:pt x="2787204" y="748804"/>
                </a:lnTo>
                <a:close/>
                <a:moveTo>
                  <a:pt x="1077578" y="0"/>
                </a:moveTo>
                <a:lnTo>
                  <a:pt x="1098792" y="0"/>
                </a:lnTo>
                <a:lnTo>
                  <a:pt x="349988" y="748804"/>
                </a:lnTo>
                <a:lnTo>
                  <a:pt x="1179910" y="1578727"/>
                </a:lnTo>
                <a:lnTo>
                  <a:pt x="2009834" y="748804"/>
                </a:lnTo>
                <a:lnTo>
                  <a:pt x="1261028" y="0"/>
                </a:lnTo>
                <a:lnTo>
                  <a:pt x="1282177" y="0"/>
                </a:lnTo>
                <a:lnTo>
                  <a:pt x="2020727" y="738550"/>
                </a:lnTo>
                <a:lnTo>
                  <a:pt x="2401403" y="357875"/>
                </a:lnTo>
                <a:lnTo>
                  <a:pt x="2401403" y="0"/>
                </a:lnTo>
                <a:lnTo>
                  <a:pt x="2416143" y="0"/>
                </a:lnTo>
                <a:lnTo>
                  <a:pt x="2416143" y="357235"/>
                </a:lnTo>
                <a:lnTo>
                  <a:pt x="2796817" y="737909"/>
                </a:lnTo>
                <a:lnTo>
                  <a:pt x="3535877" y="0"/>
                </a:lnTo>
                <a:lnTo>
                  <a:pt x="3557095" y="0"/>
                </a:lnTo>
                <a:lnTo>
                  <a:pt x="2807712" y="748804"/>
                </a:lnTo>
                <a:lnTo>
                  <a:pt x="3637635" y="1578727"/>
                </a:lnTo>
                <a:lnTo>
                  <a:pt x="4468198" y="748804"/>
                </a:lnTo>
                <a:lnTo>
                  <a:pt x="3719394" y="0"/>
                </a:lnTo>
                <a:lnTo>
                  <a:pt x="3739902" y="0"/>
                </a:lnTo>
                <a:lnTo>
                  <a:pt x="4478452" y="738550"/>
                </a:lnTo>
                <a:lnTo>
                  <a:pt x="4859127" y="357875"/>
                </a:lnTo>
                <a:lnTo>
                  <a:pt x="4859127" y="0"/>
                </a:lnTo>
                <a:lnTo>
                  <a:pt x="4874509" y="0"/>
                </a:lnTo>
                <a:lnTo>
                  <a:pt x="4874509" y="357235"/>
                </a:lnTo>
                <a:lnTo>
                  <a:pt x="5255183" y="737909"/>
                </a:lnTo>
                <a:lnTo>
                  <a:pt x="5993668" y="0"/>
                </a:lnTo>
                <a:lnTo>
                  <a:pt x="6014882" y="0"/>
                </a:lnTo>
                <a:lnTo>
                  <a:pt x="5266078" y="748804"/>
                </a:lnTo>
                <a:lnTo>
                  <a:pt x="6096000" y="1579368"/>
                </a:lnTo>
                <a:lnTo>
                  <a:pt x="6925923" y="749445"/>
                </a:lnTo>
                <a:lnTo>
                  <a:pt x="6177056" y="0"/>
                </a:lnTo>
                <a:lnTo>
                  <a:pt x="6198267" y="0"/>
                </a:lnTo>
                <a:lnTo>
                  <a:pt x="6936818" y="738550"/>
                </a:lnTo>
                <a:lnTo>
                  <a:pt x="7317493" y="357875"/>
                </a:lnTo>
                <a:lnTo>
                  <a:pt x="7317493" y="0"/>
                </a:lnTo>
                <a:lnTo>
                  <a:pt x="7332873" y="0"/>
                </a:lnTo>
                <a:lnTo>
                  <a:pt x="7332873" y="357235"/>
                </a:lnTo>
                <a:lnTo>
                  <a:pt x="7332234" y="357235"/>
                </a:lnTo>
                <a:lnTo>
                  <a:pt x="7712907" y="737909"/>
                </a:lnTo>
                <a:lnTo>
                  <a:pt x="8451967" y="0"/>
                </a:lnTo>
                <a:lnTo>
                  <a:pt x="8472607" y="0"/>
                </a:lnTo>
                <a:lnTo>
                  <a:pt x="7723803" y="748804"/>
                </a:lnTo>
                <a:lnTo>
                  <a:pt x="8553725" y="1578727"/>
                </a:lnTo>
                <a:lnTo>
                  <a:pt x="9383647" y="748804"/>
                </a:lnTo>
                <a:lnTo>
                  <a:pt x="8634843" y="0"/>
                </a:lnTo>
                <a:lnTo>
                  <a:pt x="8655992" y="0"/>
                </a:lnTo>
                <a:lnTo>
                  <a:pt x="9394542" y="738550"/>
                </a:lnTo>
                <a:lnTo>
                  <a:pt x="9775217" y="357875"/>
                </a:lnTo>
                <a:lnTo>
                  <a:pt x="9775217" y="0"/>
                </a:lnTo>
                <a:lnTo>
                  <a:pt x="9790597" y="0"/>
                </a:lnTo>
                <a:lnTo>
                  <a:pt x="9790597" y="357235"/>
                </a:lnTo>
                <a:lnTo>
                  <a:pt x="10171273" y="737909"/>
                </a:lnTo>
                <a:lnTo>
                  <a:pt x="10909758" y="0"/>
                </a:lnTo>
                <a:lnTo>
                  <a:pt x="10930909" y="0"/>
                </a:lnTo>
                <a:lnTo>
                  <a:pt x="10181527" y="748804"/>
                </a:lnTo>
                <a:lnTo>
                  <a:pt x="11011449" y="1578727"/>
                </a:lnTo>
                <a:lnTo>
                  <a:pt x="11841371" y="748804"/>
                </a:lnTo>
                <a:lnTo>
                  <a:pt x="11093146" y="0"/>
                </a:lnTo>
                <a:lnTo>
                  <a:pt x="11114357" y="0"/>
                </a:lnTo>
                <a:lnTo>
                  <a:pt x="11852908" y="738550"/>
                </a:lnTo>
                <a:lnTo>
                  <a:pt x="12192000" y="399457"/>
                </a:lnTo>
                <a:lnTo>
                  <a:pt x="12192000" y="419966"/>
                </a:lnTo>
                <a:lnTo>
                  <a:pt x="11863162" y="748804"/>
                </a:lnTo>
                <a:lnTo>
                  <a:pt x="12192000" y="1077643"/>
                </a:lnTo>
                <a:lnTo>
                  <a:pt x="12192000" y="1098791"/>
                </a:lnTo>
                <a:lnTo>
                  <a:pt x="11852908" y="759699"/>
                </a:lnTo>
                <a:lnTo>
                  <a:pt x="11030035" y="1581931"/>
                </a:lnTo>
                <a:lnTo>
                  <a:pt x="12192000" y="1581931"/>
                </a:lnTo>
                <a:lnTo>
                  <a:pt x="12192000" y="1597312"/>
                </a:lnTo>
                <a:lnTo>
                  <a:pt x="11030035" y="1597312"/>
                </a:lnTo>
                <a:lnTo>
                  <a:pt x="11852908" y="2419544"/>
                </a:lnTo>
                <a:lnTo>
                  <a:pt x="12192000" y="2080452"/>
                </a:lnTo>
                <a:lnTo>
                  <a:pt x="12192000" y="2100959"/>
                </a:lnTo>
                <a:lnTo>
                  <a:pt x="11863162" y="2429798"/>
                </a:lnTo>
                <a:lnTo>
                  <a:pt x="12192000" y="2758636"/>
                </a:lnTo>
                <a:lnTo>
                  <a:pt x="12192000" y="2780426"/>
                </a:lnTo>
                <a:lnTo>
                  <a:pt x="11852908" y="2441334"/>
                </a:lnTo>
                <a:lnTo>
                  <a:pt x="11030035" y="3263565"/>
                </a:lnTo>
                <a:lnTo>
                  <a:pt x="12192000" y="3263565"/>
                </a:lnTo>
                <a:lnTo>
                  <a:pt x="12192000" y="3278306"/>
                </a:lnTo>
                <a:lnTo>
                  <a:pt x="11030035" y="3278306"/>
                </a:lnTo>
                <a:lnTo>
                  <a:pt x="11852908" y="4101178"/>
                </a:lnTo>
                <a:lnTo>
                  <a:pt x="12192000" y="3762086"/>
                </a:lnTo>
                <a:lnTo>
                  <a:pt x="12192000" y="3781953"/>
                </a:lnTo>
                <a:lnTo>
                  <a:pt x="11863162" y="4110791"/>
                </a:lnTo>
                <a:lnTo>
                  <a:pt x="12192000" y="4439631"/>
                </a:lnTo>
                <a:lnTo>
                  <a:pt x="12192000" y="4461419"/>
                </a:lnTo>
                <a:lnTo>
                  <a:pt x="11852908" y="4122327"/>
                </a:lnTo>
                <a:lnTo>
                  <a:pt x="11030035" y="4944558"/>
                </a:lnTo>
                <a:lnTo>
                  <a:pt x="12192000" y="4944558"/>
                </a:lnTo>
                <a:lnTo>
                  <a:pt x="12192000" y="4959940"/>
                </a:lnTo>
                <a:lnTo>
                  <a:pt x="11030035" y="4959940"/>
                </a:lnTo>
                <a:lnTo>
                  <a:pt x="11852908" y="5782171"/>
                </a:lnTo>
                <a:lnTo>
                  <a:pt x="12192000" y="5443080"/>
                </a:lnTo>
                <a:lnTo>
                  <a:pt x="12192000" y="5462946"/>
                </a:lnTo>
                <a:lnTo>
                  <a:pt x="11863162" y="5791784"/>
                </a:lnTo>
                <a:lnTo>
                  <a:pt x="12192000" y="6120624"/>
                </a:lnTo>
                <a:lnTo>
                  <a:pt x="12192000" y="6143053"/>
                </a:lnTo>
                <a:lnTo>
                  <a:pt x="11852908" y="5803961"/>
                </a:lnTo>
                <a:lnTo>
                  <a:pt x="11030035" y="6626193"/>
                </a:lnTo>
                <a:lnTo>
                  <a:pt x="12192000" y="6626193"/>
                </a:lnTo>
                <a:lnTo>
                  <a:pt x="12192000" y="6641575"/>
                </a:lnTo>
                <a:lnTo>
                  <a:pt x="11030035" y="6641575"/>
                </a:lnTo>
                <a:lnTo>
                  <a:pt x="11246629" y="6858000"/>
                </a:lnTo>
                <a:lnTo>
                  <a:pt x="11225311" y="6858000"/>
                </a:lnTo>
                <a:lnTo>
                  <a:pt x="11011449" y="6644138"/>
                </a:lnTo>
                <a:lnTo>
                  <a:pt x="10797587" y="6858000"/>
                </a:lnTo>
                <a:lnTo>
                  <a:pt x="10776438" y="6858000"/>
                </a:lnTo>
                <a:lnTo>
                  <a:pt x="10994146" y="6640292"/>
                </a:lnTo>
                <a:lnTo>
                  <a:pt x="9790597" y="6640292"/>
                </a:lnTo>
                <a:lnTo>
                  <a:pt x="9790597" y="6858000"/>
                </a:lnTo>
                <a:lnTo>
                  <a:pt x="9775217" y="6858000"/>
                </a:lnTo>
                <a:lnTo>
                  <a:pt x="9775217" y="6641575"/>
                </a:lnTo>
                <a:lnTo>
                  <a:pt x="8571669" y="6641575"/>
                </a:lnTo>
                <a:lnTo>
                  <a:pt x="8788263" y="6858000"/>
                </a:lnTo>
                <a:lnTo>
                  <a:pt x="8767587" y="6858000"/>
                </a:lnTo>
                <a:lnTo>
                  <a:pt x="8553725" y="6644138"/>
                </a:lnTo>
                <a:lnTo>
                  <a:pt x="8339863" y="6858000"/>
                </a:lnTo>
                <a:lnTo>
                  <a:pt x="8318072" y="6858000"/>
                </a:lnTo>
                <a:lnTo>
                  <a:pt x="8535780" y="6640292"/>
                </a:lnTo>
                <a:lnTo>
                  <a:pt x="7332234" y="6640292"/>
                </a:lnTo>
                <a:lnTo>
                  <a:pt x="7332234" y="6858000"/>
                </a:lnTo>
                <a:lnTo>
                  <a:pt x="7317493" y="6858000"/>
                </a:lnTo>
                <a:lnTo>
                  <a:pt x="7317493" y="6641575"/>
                </a:lnTo>
                <a:lnTo>
                  <a:pt x="6113945" y="6641575"/>
                </a:lnTo>
                <a:lnTo>
                  <a:pt x="6330539" y="6858000"/>
                </a:lnTo>
                <a:lnTo>
                  <a:pt x="6309862" y="6858000"/>
                </a:lnTo>
                <a:lnTo>
                  <a:pt x="6096000" y="6644138"/>
                </a:lnTo>
                <a:lnTo>
                  <a:pt x="5882138" y="6858000"/>
                </a:lnTo>
                <a:lnTo>
                  <a:pt x="5860348" y="6858000"/>
                </a:lnTo>
                <a:lnTo>
                  <a:pt x="6078056" y="6640292"/>
                </a:lnTo>
                <a:lnTo>
                  <a:pt x="4874509" y="6640292"/>
                </a:lnTo>
                <a:lnTo>
                  <a:pt x="4874509" y="6858000"/>
                </a:lnTo>
                <a:lnTo>
                  <a:pt x="4859127" y="6858000"/>
                </a:lnTo>
                <a:lnTo>
                  <a:pt x="4859127" y="6641575"/>
                </a:lnTo>
                <a:lnTo>
                  <a:pt x="3655579" y="6641575"/>
                </a:lnTo>
                <a:lnTo>
                  <a:pt x="3872173" y="6858000"/>
                </a:lnTo>
                <a:lnTo>
                  <a:pt x="3852138" y="6858000"/>
                </a:lnTo>
                <a:lnTo>
                  <a:pt x="3638276" y="6644138"/>
                </a:lnTo>
                <a:lnTo>
                  <a:pt x="3424249" y="6858000"/>
                </a:lnTo>
                <a:lnTo>
                  <a:pt x="3401983" y="6858000"/>
                </a:lnTo>
                <a:lnTo>
                  <a:pt x="3619692" y="6640292"/>
                </a:lnTo>
                <a:lnTo>
                  <a:pt x="2416143" y="6640292"/>
                </a:lnTo>
                <a:lnTo>
                  <a:pt x="2416143" y="6858000"/>
                </a:lnTo>
                <a:lnTo>
                  <a:pt x="2401403" y="6858000"/>
                </a:lnTo>
                <a:lnTo>
                  <a:pt x="2401403" y="6641575"/>
                </a:lnTo>
                <a:lnTo>
                  <a:pt x="1197855" y="6641575"/>
                </a:lnTo>
                <a:lnTo>
                  <a:pt x="1414448" y="6858000"/>
                </a:lnTo>
                <a:lnTo>
                  <a:pt x="1393772" y="6858000"/>
                </a:lnTo>
                <a:lnTo>
                  <a:pt x="1179910" y="6644138"/>
                </a:lnTo>
                <a:lnTo>
                  <a:pt x="966048" y="6858000"/>
                </a:lnTo>
                <a:lnTo>
                  <a:pt x="944259" y="6858000"/>
                </a:lnTo>
                <a:lnTo>
                  <a:pt x="1161967" y="6640292"/>
                </a:lnTo>
                <a:lnTo>
                  <a:pt x="0" y="6640292"/>
                </a:lnTo>
                <a:lnTo>
                  <a:pt x="0" y="6625553"/>
                </a:lnTo>
                <a:lnTo>
                  <a:pt x="1161967" y="6625553"/>
                </a:lnTo>
                <a:lnTo>
                  <a:pt x="339093" y="5803320"/>
                </a:lnTo>
                <a:lnTo>
                  <a:pt x="0" y="6142414"/>
                </a:lnTo>
                <a:lnTo>
                  <a:pt x="0" y="6121905"/>
                </a:lnTo>
                <a:lnTo>
                  <a:pt x="328839" y="5793066"/>
                </a:lnTo>
                <a:lnTo>
                  <a:pt x="0" y="5463681"/>
                </a:lnTo>
                <a:lnTo>
                  <a:pt x="0" y="5443080"/>
                </a:lnTo>
                <a:lnTo>
                  <a:pt x="339093" y="5782171"/>
                </a:lnTo>
                <a:lnTo>
                  <a:pt x="1161967" y="4959299"/>
                </a:lnTo>
                <a:lnTo>
                  <a:pt x="0" y="4959299"/>
                </a:lnTo>
                <a:lnTo>
                  <a:pt x="0" y="4944558"/>
                </a:lnTo>
                <a:lnTo>
                  <a:pt x="1161967" y="4944558"/>
                </a:lnTo>
                <a:lnTo>
                  <a:pt x="339093" y="4121686"/>
                </a:lnTo>
                <a:lnTo>
                  <a:pt x="0" y="4461350"/>
                </a:lnTo>
                <a:lnTo>
                  <a:pt x="0" y="4440271"/>
                </a:lnTo>
                <a:lnTo>
                  <a:pt x="328839" y="4111432"/>
                </a:lnTo>
                <a:lnTo>
                  <a:pt x="0" y="3782594"/>
                </a:lnTo>
                <a:lnTo>
                  <a:pt x="0" y="3761445"/>
                </a:lnTo>
                <a:lnTo>
                  <a:pt x="339093" y="4100537"/>
                </a:lnTo>
                <a:lnTo>
                  <a:pt x="1161967" y="3278306"/>
                </a:lnTo>
                <a:lnTo>
                  <a:pt x="0" y="3278306"/>
                </a:lnTo>
                <a:lnTo>
                  <a:pt x="0" y="3262924"/>
                </a:lnTo>
                <a:lnTo>
                  <a:pt x="1161967" y="3262924"/>
                </a:lnTo>
                <a:lnTo>
                  <a:pt x="339093" y="2440693"/>
                </a:lnTo>
                <a:lnTo>
                  <a:pt x="0" y="2779787"/>
                </a:lnTo>
                <a:lnTo>
                  <a:pt x="0" y="2759277"/>
                </a:lnTo>
                <a:lnTo>
                  <a:pt x="328839" y="2430439"/>
                </a:lnTo>
                <a:lnTo>
                  <a:pt x="0" y="2101053"/>
                </a:lnTo>
                <a:lnTo>
                  <a:pt x="0" y="2080451"/>
                </a:lnTo>
                <a:lnTo>
                  <a:pt x="339093" y="2419544"/>
                </a:lnTo>
                <a:lnTo>
                  <a:pt x="1161967" y="1596671"/>
                </a:lnTo>
                <a:lnTo>
                  <a:pt x="0" y="1596671"/>
                </a:lnTo>
                <a:lnTo>
                  <a:pt x="0" y="1581931"/>
                </a:lnTo>
                <a:lnTo>
                  <a:pt x="1161967" y="1581931"/>
                </a:lnTo>
                <a:lnTo>
                  <a:pt x="339093" y="759058"/>
                </a:lnTo>
                <a:lnTo>
                  <a:pt x="0" y="1098722"/>
                </a:lnTo>
                <a:lnTo>
                  <a:pt x="0" y="1077643"/>
                </a:lnTo>
                <a:lnTo>
                  <a:pt x="328839" y="748804"/>
                </a:lnTo>
                <a:lnTo>
                  <a:pt x="0" y="419966"/>
                </a:lnTo>
                <a:lnTo>
                  <a:pt x="0" y="398817"/>
                </a:lnTo>
                <a:lnTo>
                  <a:pt x="339093" y="737909"/>
                </a:lnTo>
                <a:close/>
              </a:path>
            </a:pathLst>
          </a:custGeom>
          <a:gradFill flip="none" rotWithShape="1">
            <a:gsLst>
              <a:gs pos="0">
                <a:srgbClr val="CCCED2">
                  <a:alpha val="48124"/>
                </a:srgbClr>
              </a:gs>
              <a:gs pos="100000">
                <a:srgbClr val="CCCED2">
                  <a:alpha val="0"/>
                </a:srgbClr>
              </a:gs>
            </a:gsLst>
            <a:lin ang="13500000" scaled="1"/>
            <a:tileRect/>
          </a:gradFill>
          <a:ln w="4048" cap="flat">
            <a:noFill/>
            <a:prstDash val="solid"/>
            <a:miter/>
          </a:ln>
        </p:spPr>
        <p:txBody>
          <a:bodyPr rtlCol="0" anchor="ctr"/>
          <a:lstStyle/>
          <a:p>
            <a:endParaRPr lang="ru-RU" b="0" i="0" dirty="0">
              <a:latin typeface="Onest" pitchFamily="2" charset="0"/>
            </a:endParaRPr>
          </a:p>
        </p:txBody>
      </p:sp>
      <p:sp>
        <p:nvSpPr>
          <p:cNvPr id="6" name="Полилиния 5">
            <a:extLst>
              <a:ext uri="{FF2B5EF4-FFF2-40B4-BE49-F238E27FC236}">
                <a16:creationId xmlns:a16="http://schemas.microsoft.com/office/drawing/2014/main" id="{5190518B-034D-5DA5-60E4-035B104FBDD8}"/>
              </a:ext>
            </a:extLst>
          </p:cNvPr>
          <p:cNvSpPr/>
          <p:nvPr userDrawn="1"/>
        </p:nvSpPr>
        <p:spPr>
          <a:xfrm>
            <a:off x="479425" y="1041009"/>
            <a:ext cx="11233150" cy="5483616"/>
          </a:xfrm>
          <a:custGeom>
            <a:avLst/>
            <a:gdLst>
              <a:gd name="csX0" fmla="*/ 0 w 11233150"/>
              <a:gd name="csY0" fmla="*/ 0 h 5483616"/>
              <a:gd name="csX1" fmla="*/ 53301 w 11233150"/>
              <a:gd name="csY1" fmla="*/ 0 h 5483616"/>
              <a:gd name="csX2" fmla="*/ 1873405 w 11233150"/>
              <a:gd name="csY2" fmla="*/ 0 h 5483616"/>
              <a:gd name="csX3" fmla="*/ 11025681 w 11233150"/>
              <a:gd name="csY3" fmla="*/ 0 h 5483616"/>
              <a:gd name="csX4" fmla="*/ 11025751 w 11233150"/>
              <a:gd name="csY4" fmla="*/ 69 h 5483616"/>
              <a:gd name="csX5" fmla="*/ 11233150 w 11233150"/>
              <a:gd name="csY5" fmla="*/ 207468 h 5483616"/>
              <a:gd name="csX6" fmla="*/ 11233150 w 11233150"/>
              <a:gd name="csY6" fmla="*/ 4031152 h 5483616"/>
              <a:gd name="csX7" fmla="*/ 11233150 w 11233150"/>
              <a:gd name="csY7" fmla="*/ 5431083 h 5483616"/>
              <a:gd name="csX8" fmla="*/ 11233150 w 11233150"/>
              <a:gd name="csY8" fmla="*/ 5483616 h 5483616"/>
              <a:gd name="csX9" fmla="*/ 11179849 w 11233150"/>
              <a:gd name="csY9" fmla="*/ 5483616 h 5483616"/>
              <a:gd name="csX10" fmla="*/ 9359745 w 11233150"/>
              <a:gd name="csY10" fmla="*/ 5483616 h 5483616"/>
              <a:gd name="csX11" fmla="*/ 1532912 w 11233150"/>
              <a:gd name="csY11" fmla="*/ 5483616 h 5483616"/>
              <a:gd name="csX12" fmla="*/ 207468 w 11233150"/>
              <a:gd name="csY12" fmla="*/ 5483616 h 5483616"/>
              <a:gd name="csX13" fmla="*/ 0 w 11233150"/>
              <a:gd name="csY13" fmla="*/ 5483616 h 5483616"/>
              <a:gd name="csX14" fmla="*/ 0 w 11233150"/>
              <a:gd name="csY14" fmla="*/ 5276148 h 5483616"/>
              <a:gd name="csX15" fmla="*/ 0 w 11233150"/>
              <a:gd name="csY15" fmla="*/ 3950704 h 5483616"/>
              <a:gd name="csX16" fmla="*/ 0 w 11233150"/>
              <a:gd name="csY16" fmla="*/ 1452464 h 5483616"/>
              <a:gd name="csX17" fmla="*/ 0 w 11233150"/>
              <a:gd name="csY17" fmla="*/ 52534 h 54836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</a:cxnLst>
            <a:rect l="l" t="t" r="r" b="b"/>
            <a:pathLst>
              <a:path w="11233150" h="5483616">
                <a:moveTo>
                  <a:pt x="0" y="0"/>
                </a:moveTo>
                <a:lnTo>
                  <a:pt x="53301" y="0"/>
                </a:lnTo>
                <a:lnTo>
                  <a:pt x="1873405" y="0"/>
                </a:lnTo>
                <a:lnTo>
                  <a:pt x="11025681" y="0"/>
                </a:lnTo>
                <a:lnTo>
                  <a:pt x="11025751" y="69"/>
                </a:lnTo>
                <a:lnTo>
                  <a:pt x="11233150" y="207468"/>
                </a:lnTo>
                <a:lnTo>
                  <a:pt x="11233150" y="4031152"/>
                </a:lnTo>
                <a:lnTo>
                  <a:pt x="11233150" y="5431083"/>
                </a:lnTo>
                <a:lnTo>
                  <a:pt x="11233150" y="5483616"/>
                </a:lnTo>
                <a:lnTo>
                  <a:pt x="11179849" y="5483616"/>
                </a:lnTo>
                <a:lnTo>
                  <a:pt x="9359745" y="5483616"/>
                </a:lnTo>
                <a:lnTo>
                  <a:pt x="1532912" y="5483616"/>
                </a:lnTo>
                <a:lnTo>
                  <a:pt x="207468" y="5483616"/>
                </a:lnTo>
                <a:lnTo>
                  <a:pt x="0" y="5483616"/>
                </a:lnTo>
                <a:lnTo>
                  <a:pt x="0" y="5276148"/>
                </a:lnTo>
                <a:lnTo>
                  <a:pt x="0" y="3950704"/>
                </a:lnTo>
                <a:lnTo>
                  <a:pt x="0" y="1452464"/>
                </a:lnTo>
                <a:lnTo>
                  <a:pt x="0" y="5253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b="0" i="0" dirty="0">
              <a:latin typeface="Onest" pitchFamily="2" charset="0"/>
            </a:endParaRPr>
          </a:p>
        </p:txBody>
      </p:sp>
      <p:sp>
        <p:nvSpPr>
          <p:cNvPr id="22" name="Полилиния 21">
            <a:extLst>
              <a:ext uri="{FF2B5EF4-FFF2-40B4-BE49-F238E27FC236}">
                <a16:creationId xmlns:a16="http://schemas.microsoft.com/office/drawing/2014/main" id="{65692695-AECD-CE46-AD9C-BB04F997D6FF}"/>
              </a:ext>
            </a:extLst>
          </p:cNvPr>
          <p:cNvSpPr/>
          <p:nvPr userDrawn="1"/>
        </p:nvSpPr>
        <p:spPr>
          <a:xfrm>
            <a:off x="479426" y="1041009"/>
            <a:ext cx="11233149" cy="5483616"/>
          </a:xfrm>
          <a:custGeom>
            <a:avLst/>
            <a:gdLst>
              <a:gd name="connsiteX0" fmla="*/ 7997354 w 11233149"/>
              <a:gd name="connsiteY0" fmla="*/ 4545970 h 5483616"/>
              <a:gd name="connsiteX1" fmla="*/ 8765093 w 11233149"/>
              <a:gd name="connsiteY1" fmla="*/ 5313111 h 5483616"/>
              <a:gd name="connsiteX2" fmla="*/ 9120262 w 11233149"/>
              <a:gd name="connsiteY2" fmla="*/ 4957943 h 5483616"/>
              <a:gd name="connsiteX3" fmla="*/ 9120262 w 11233149"/>
              <a:gd name="connsiteY3" fmla="*/ 4545970 h 5483616"/>
              <a:gd name="connsiteX4" fmla="*/ 5704301 w 11233149"/>
              <a:gd name="connsiteY4" fmla="*/ 4545970 h 5483616"/>
              <a:gd name="connsiteX5" fmla="*/ 6472041 w 11233149"/>
              <a:gd name="connsiteY5" fmla="*/ 5313111 h 5483616"/>
              <a:gd name="connsiteX6" fmla="*/ 6827210 w 11233149"/>
              <a:gd name="connsiteY6" fmla="*/ 4957943 h 5483616"/>
              <a:gd name="connsiteX7" fmla="*/ 6827210 w 11233149"/>
              <a:gd name="connsiteY7" fmla="*/ 4545970 h 5483616"/>
              <a:gd name="connsiteX8" fmla="*/ 3410650 w 11233149"/>
              <a:gd name="connsiteY8" fmla="*/ 4545970 h 5483616"/>
              <a:gd name="connsiteX9" fmla="*/ 4178389 w 11233149"/>
              <a:gd name="connsiteY9" fmla="*/ 5313111 h 5483616"/>
              <a:gd name="connsiteX10" fmla="*/ 4533558 w 11233149"/>
              <a:gd name="connsiteY10" fmla="*/ 4957943 h 5483616"/>
              <a:gd name="connsiteX11" fmla="*/ 4533558 w 11233149"/>
              <a:gd name="connsiteY11" fmla="*/ 4545970 h 5483616"/>
              <a:gd name="connsiteX12" fmla="*/ 1117597 w 11233149"/>
              <a:gd name="connsiteY12" fmla="*/ 4545970 h 5483616"/>
              <a:gd name="connsiteX13" fmla="*/ 1885335 w 11233149"/>
              <a:gd name="connsiteY13" fmla="*/ 5313111 h 5483616"/>
              <a:gd name="connsiteX14" fmla="*/ 2240505 w 11233149"/>
              <a:gd name="connsiteY14" fmla="*/ 4957943 h 5483616"/>
              <a:gd name="connsiteX15" fmla="*/ 2240505 w 11233149"/>
              <a:gd name="connsiteY15" fmla="*/ 4545970 h 5483616"/>
              <a:gd name="connsiteX16" fmla="*/ 9134612 w 11233149"/>
              <a:gd name="connsiteY16" fmla="*/ 4545372 h 5483616"/>
              <a:gd name="connsiteX17" fmla="*/ 9134612 w 11233149"/>
              <a:gd name="connsiteY17" fmla="*/ 4957943 h 5483616"/>
              <a:gd name="connsiteX18" fmla="*/ 9489782 w 11233149"/>
              <a:gd name="connsiteY18" fmla="*/ 5313111 h 5483616"/>
              <a:gd name="connsiteX19" fmla="*/ 10257521 w 11233149"/>
              <a:gd name="connsiteY19" fmla="*/ 4545372 h 5483616"/>
              <a:gd name="connsiteX20" fmla="*/ 6840963 w 11233149"/>
              <a:gd name="connsiteY20" fmla="*/ 4545372 h 5483616"/>
              <a:gd name="connsiteX21" fmla="*/ 6840963 w 11233149"/>
              <a:gd name="connsiteY21" fmla="*/ 4957943 h 5483616"/>
              <a:gd name="connsiteX22" fmla="*/ 7196130 w 11233149"/>
              <a:gd name="connsiteY22" fmla="*/ 5313111 h 5483616"/>
              <a:gd name="connsiteX23" fmla="*/ 7963870 w 11233149"/>
              <a:gd name="connsiteY23" fmla="*/ 4545372 h 5483616"/>
              <a:gd name="connsiteX24" fmla="*/ 4547910 w 11233149"/>
              <a:gd name="connsiteY24" fmla="*/ 4545372 h 5483616"/>
              <a:gd name="connsiteX25" fmla="*/ 4547910 w 11233149"/>
              <a:gd name="connsiteY25" fmla="*/ 4957943 h 5483616"/>
              <a:gd name="connsiteX26" fmla="*/ 4903078 w 11233149"/>
              <a:gd name="connsiteY26" fmla="*/ 5313111 h 5483616"/>
              <a:gd name="connsiteX27" fmla="*/ 5670817 w 11233149"/>
              <a:gd name="connsiteY27" fmla="*/ 4545372 h 5483616"/>
              <a:gd name="connsiteX28" fmla="*/ 2254258 w 11233149"/>
              <a:gd name="connsiteY28" fmla="*/ 4545372 h 5483616"/>
              <a:gd name="connsiteX29" fmla="*/ 2254258 w 11233149"/>
              <a:gd name="connsiteY29" fmla="*/ 4957943 h 5483616"/>
              <a:gd name="connsiteX30" fmla="*/ 2609426 w 11233149"/>
              <a:gd name="connsiteY30" fmla="*/ 5313111 h 5483616"/>
              <a:gd name="connsiteX31" fmla="*/ 3377167 w 11233149"/>
              <a:gd name="connsiteY31" fmla="*/ 4545372 h 5483616"/>
              <a:gd name="connsiteX32" fmla="*/ 8765093 w 11233149"/>
              <a:gd name="connsiteY32" fmla="*/ 3764479 h 5483616"/>
              <a:gd name="connsiteX33" fmla="*/ 7997354 w 11233149"/>
              <a:gd name="connsiteY33" fmla="*/ 4531619 h 5483616"/>
              <a:gd name="connsiteX34" fmla="*/ 9120262 w 11233149"/>
              <a:gd name="connsiteY34" fmla="*/ 4531619 h 5483616"/>
              <a:gd name="connsiteX35" fmla="*/ 9120262 w 11233149"/>
              <a:gd name="connsiteY35" fmla="*/ 4119647 h 5483616"/>
              <a:gd name="connsiteX36" fmla="*/ 6472041 w 11233149"/>
              <a:gd name="connsiteY36" fmla="*/ 3764479 h 5483616"/>
              <a:gd name="connsiteX37" fmla="*/ 5704301 w 11233149"/>
              <a:gd name="connsiteY37" fmla="*/ 4531619 h 5483616"/>
              <a:gd name="connsiteX38" fmla="*/ 6827210 w 11233149"/>
              <a:gd name="connsiteY38" fmla="*/ 4531619 h 5483616"/>
              <a:gd name="connsiteX39" fmla="*/ 6827210 w 11233149"/>
              <a:gd name="connsiteY39" fmla="*/ 4119647 h 5483616"/>
              <a:gd name="connsiteX40" fmla="*/ 4178389 w 11233149"/>
              <a:gd name="connsiteY40" fmla="*/ 3764479 h 5483616"/>
              <a:gd name="connsiteX41" fmla="*/ 3410650 w 11233149"/>
              <a:gd name="connsiteY41" fmla="*/ 4531619 h 5483616"/>
              <a:gd name="connsiteX42" fmla="*/ 4533558 w 11233149"/>
              <a:gd name="connsiteY42" fmla="*/ 4531619 h 5483616"/>
              <a:gd name="connsiteX43" fmla="*/ 4533558 w 11233149"/>
              <a:gd name="connsiteY43" fmla="*/ 4119647 h 5483616"/>
              <a:gd name="connsiteX44" fmla="*/ 1885335 w 11233149"/>
              <a:gd name="connsiteY44" fmla="*/ 3764479 h 5483616"/>
              <a:gd name="connsiteX45" fmla="*/ 1117597 w 11233149"/>
              <a:gd name="connsiteY45" fmla="*/ 4531619 h 5483616"/>
              <a:gd name="connsiteX46" fmla="*/ 2240505 w 11233149"/>
              <a:gd name="connsiteY46" fmla="*/ 4531619 h 5483616"/>
              <a:gd name="connsiteX47" fmla="*/ 2240505 w 11233149"/>
              <a:gd name="connsiteY47" fmla="*/ 4119647 h 5483616"/>
              <a:gd name="connsiteX48" fmla="*/ 9489782 w 11233149"/>
              <a:gd name="connsiteY48" fmla="*/ 3763881 h 5483616"/>
              <a:gd name="connsiteX49" fmla="*/ 9134612 w 11233149"/>
              <a:gd name="connsiteY49" fmla="*/ 4119647 h 5483616"/>
              <a:gd name="connsiteX50" fmla="*/ 9134612 w 11233149"/>
              <a:gd name="connsiteY50" fmla="*/ 4531619 h 5483616"/>
              <a:gd name="connsiteX51" fmla="*/ 10257521 w 11233149"/>
              <a:gd name="connsiteY51" fmla="*/ 4531619 h 5483616"/>
              <a:gd name="connsiteX52" fmla="*/ 7196130 w 11233149"/>
              <a:gd name="connsiteY52" fmla="*/ 3763881 h 5483616"/>
              <a:gd name="connsiteX53" fmla="*/ 6840963 w 11233149"/>
              <a:gd name="connsiteY53" fmla="*/ 4119647 h 5483616"/>
              <a:gd name="connsiteX54" fmla="*/ 6840963 w 11233149"/>
              <a:gd name="connsiteY54" fmla="*/ 4531619 h 5483616"/>
              <a:gd name="connsiteX55" fmla="*/ 7963870 w 11233149"/>
              <a:gd name="connsiteY55" fmla="*/ 4531619 h 5483616"/>
              <a:gd name="connsiteX56" fmla="*/ 4903078 w 11233149"/>
              <a:gd name="connsiteY56" fmla="*/ 3763881 h 5483616"/>
              <a:gd name="connsiteX57" fmla="*/ 4547910 w 11233149"/>
              <a:gd name="connsiteY57" fmla="*/ 4119647 h 5483616"/>
              <a:gd name="connsiteX58" fmla="*/ 4547910 w 11233149"/>
              <a:gd name="connsiteY58" fmla="*/ 4531619 h 5483616"/>
              <a:gd name="connsiteX59" fmla="*/ 5670817 w 11233149"/>
              <a:gd name="connsiteY59" fmla="*/ 4531619 h 5483616"/>
              <a:gd name="connsiteX60" fmla="*/ 2610024 w 11233149"/>
              <a:gd name="connsiteY60" fmla="*/ 3763881 h 5483616"/>
              <a:gd name="connsiteX61" fmla="*/ 2254258 w 11233149"/>
              <a:gd name="connsiteY61" fmla="*/ 4119647 h 5483616"/>
              <a:gd name="connsiteX62" fmla="*/ 2254258 w 11233149"/>
              <a:gd name="connsiteY62" fmla="*/ 4531619 h 5483616"/>
              <a:gd name="connsiteX63" fmla="*/ 3377167 w 11233149"/>
              <a:gd name="connsiteY63" fmla="*/ 4531619 h 5483616"/>
              <a:gd name="connsiteX64" fmla="*/ 9127438 w 11233149"/>
              <a:gd name="connsiteY64" fmla="*/ 3401537 h 5483616"/>
              <a:gd name="connsiteX65" fmla="*/ 8774660 w 11233149"/>
              <a:gd name="connsiteY65" fmla="*/ 3754314 h 5483616"/>
              <a:gd name="connsiteX66" fmla="*/ 9127438 w 11233149"/>
              <a:gd name="connsiteY66" fmla="*/ 4107091 h 5483616"/>
              <a:gd name="connsiteX67" fmla="*/ 9480215 w 11233149"/>
              <a:gd name="connsiteY67" fmla="*/ 3754314 h 5483616"/>
              <a:gd name="connsiteX68" fmla="*/ 6834386 w 11233149"/>
              <a:gd name="connsiteY68" fmla="*/ 3401537 h 5483616"/>
              <a:gd name="connsiteX69" fmla="*/ 6481607 w 11233149"/>
              <a:gd name="connsiteY69" fmla="*/ 3754314 h 5483616"/>
              <a:gd name="connsiteX70" fmla="*/ 6834386 w 11233149"/>
              <a:gd name="connsiteY70" fmla="*/ 4107091 h 5483616"/>
              <a:gd name="connsiteX71" fmla="*/ 7187162 w 11233149"/>
              <a:gd name="connsiteY71" fmla="*/ 3754314 h 5483616"/>
              <a:gd name="connsiteX72" fmla="*/ 4541333 w 11233149"/>
              <a:gd name="connsiteY72" fmla="*/ 3401537 h 5483616"/>
              <a:gd name="connsiteX73" fmla="*/ 4188554 w 11233149"/>
              <a:gd name="connsiteY73" fmla="*/ 3754314 h 5483616"/>
              <a:gd name="connsiteX74" fmla="*/ 4541333 w 11233149"/>
              <a:gd name="connsiteY74" fmla="*/ 4107091 h 5483616"/>
              <a:gd name="connsiteX75" fmla="*/ 4894110 w 11233149"/>
              <a:gd name="connsiteY75" fmla="*/ 3754314 h 5483616"/>
              <a:gd name="connsiteX76" fmla="*/ 2247681 w 11233149"/>
              <a:gd name="connsiteY76" fmla="*/ 3401537 h 5483616"/>
              <a:gd name="connsiteX77" fmla="*/ 1894902 w 11233149"/>
              <a:gd name="connsiteY77" fmla="*/ 3754314 h 5483616"/>
              <a:gd name="connsiteX78" fmla="*/ 2247681 w 11233149"/>
              <a:gd name="connsiteY78" fmla="*/ 4107091 h 5483616"/>
              <a:gd name="connsiteX79" fmla="*/ 2600457 w 11233149"/>
              <a:gd name="connsiteY79" fmla="*/ 3754314 h 5483616"/>
              <a:gd name="connsiteX80" fmla="*/ 10274263 w 11233149"/>
              <a:gd name="connsiteY80" fmla="*/ 2979998 h 5483616"/>
              <a:gd name="connsiteX81" fmla="*/ 9499349 w 11233149"/>
              <a:gd name="connsiteY81" fmla="*/ 3754314 h 5483616"/>
              <a:gd name="connsiteX82" fmla="*/ 10273665 w 11233149"/>
              <a:gd name="connsiteY82" fmla="*/ 4528630 h 5483616"/>
              <a:gd name="connsiteX83" fmla="*/ 11048580 w 11233149"/>
              <a:gd name="connsiteY83" fmla="*/ 3754314 h 5483616"/>
              <a:gd name="connsiteX84" fmla="*/ 7981210 w 11233149"/>
              <a:gd name="connsiteY84" fmla="*/ 2979998 h 5483616"/>
              <a:gd name="connsiteX85" fmla="*/ 7206296 w 11233149"/>
              <a:gd name="connsiteY85" fmla="*/ 3754314 h 5483616"/>
              <a:gd name="connsiteX86" fmla="*/ 7980612 w 11233149"/>
              <a:gd name="connsiteY86" fmla="*/ 4528630 h 5483616"/>
              <a:gd name="connsiteX87" fmla="*/ 8755526 w 11233149"/>
              <a:gd name="connsiteY87" fmla="*/ 3754314 h 5483616"/>
              <a:gd name="connsiteX88" fmla="*/ 5687559 w 11233149"/>
              <a:gd name="connsiteY88" fmla="*/ 2979998 h 5483616"/>
              <a:gd name="connsiteX89" fmla="*/ 4913243 w 11233149"/>
              <a:gd name="connsiteY89" fmla="*/ 3754314 h 5483616"/>
              <a:gd name="connsiteX90" fmla="*/ 5687559 w 11233149"/>
              <a:gd name="connsiteY90" fmla="*/ 4529228 h 5483616"/>
              <a:gd name="connsiteX91" fmla="*/ 6461876 w 11233149"/>
              <a:gd name="connsiteY91" fmla="*/ 3754314 h 5483616"/>
              <a:gd name="connsiteX92" fmla="*/ 3394506 w 11233149"/>
              <a:gd name="connsiteY92" fmla="*/ 2979998 h 5483616"/>
              <a:gd name="connsiteX93" fmla="*/ 2619591 w 11233149"/>
              <a:gd name="connsiteY93" fmla="*/ 3754314 h 5483616"/>
              <a:gd name="connsiteX94" fmla="*/ 3393908 w 11233149"/>
              <a:gd name="connsiteY94" fmla="*/ 4528630 h 5483616"/>
              <a:gd name="connsiteX95" fmla="*/ 4168822 w 11233149"/>
              <a:gd name="connsiteY95" fmla="*/ 3754314 h 5483616"/>
              <a:gd name="connsiteX96" fmla="*/ 1100855 w 11233149"/>
              <a:gd name="connsiteY96" fmla="*/ 2979998 h 5483616"/>
              <a:gd name="connsiteX97" fmla="*/ 326538 w 11233149"/>
              <a:gd name="connsiteY97" fmla="*/ 3754314 h 5483616"/>
              <a:gd name="connsiteX98" fmla="*/ 1100855 w 11233149"/>
              <a:gd name="connsiteY98" fmla="*/ 4528630 h 5483616"/>
              <a:gd name="connsiteX99" fmla="*/ 1875768 w 11233149"/>
              <a:gd name="connsiteY99" fmla="*/ 3754314 h 5483616"/>
              <a:gd name="connsiteX100" fmla="*/ 9134612 w 11233149"/>
              <a:gd name="connsiteY100" fmla="*/ 2977008 h 5483616"/>
              <a:gd name="connsiteX101" fmla="*/ 9134612 w 11233149"/>
              <a:gd name="connsiteY101" fmla="*/ 3388980 h 5483616"/>
              <a:gd name="connsiteX102" fmla="*/ 9489782 w 11233149"/>
              <a:gd name="connsiteY102" fmla="*/ 3744149 h 5483616"/>
              <a:gd name="connsiteX103" fmla="*/ 10257521 w 11233149"/>
              <a:gd name="connsiteY103" fmla="*/ 2977008 h 5483616"/>
              <a:gd name="connsiteX104" fmla="*/ 7997354 w 11233149"/>
              <a:gd name="connsiteY104" fmla="*/ 2977008 h 5483616"/>
              <a:gd name="connsiteX105" fmla="*/ 8765093 w 11233149"/>
              <a:gd name="connsiteY105" fmla="*/ 3744747 h 5483616"/>
              <a:gd name="connsiteX106" fmla="*/ 9120262 w 11233149"/>
              <a:gd name="connsiteY106" fmla="*/ 3389578 h 5483616"/>
              <a:gd name="connsiteX107" fmla="*/ 9120262 w 11233149"/>
              <a:gd name="connsiteY107" fmla="*/ 2977008 h 5483616"/>
              <a:gd name="connsiteX108" fmla="*/ 6841559 w 11233149"/>
              <a:gd name="connsiteY108" fmla="*/ 2977008 h 5483616"/>
              <a:gd name="connsiteX109" fmla="*/ 6841559 w 11233149"/>
              <a:gd name="connsiteY109" fmla="*/ 3388980 h 5483616"/>
              <a:gd name="connsiteX110" fmla="*/ 6840963 w 11233149"/>
              <a:gd name="connsiteY110" fmla="*/ 3388980 h 5483616"/>
              <a:gd name="connsiteX111" fmla="*/ 7196130 w 11233149"/>
              <a:gd name="connsiteY111" fmla="*/ 3744149 h 5483616"/>
              <a:gd name="connsiteX112" fmla="*/ 7964468 w 11233149"/>
              <a:gd name="connsiteY112" fmla="*/ 2977008 h 5483616"/>
              <a:gd name="connsiteX113" fmla="*/ 5704301 w 11233149"/>
              <a:gd name="connsiteY113" fmla="*/ 2977008 h 5483616"/>
              <a:gd name="connsiteX114" fmla="*/ 6472041 w 11233149"/>
              <a:gd name="connsiteY114" fmla="*/ 3744747 h 5483616"/>
              <a:gd name="connsiteX115" fmla="*/ 6827210 w 11233149"/>
              <a:gd name="connsiteY115" fmla="*/ 3389578 h 5483616"/>
              <a:gd name="connsiteX116" fmla="*/ 6827210 w 11233149"/>
              <a:gd name="connsiteY116" fmla="*/ 2977008 h 5483616"/>
              <a:gd name="connsiteX117" fmla="*/ 4547910 w 11233149"/>
              <a:gd name="connsiteY117" fmla="*/ 2977008 h 5483616"/>
              <a:gd name="connsiteX118" fmla="*/ 4547910 w 11233149"/>
              <a:gd name="connsiteY118" fmla="*/ 3388980 h 5483616"/>
              <a:gd name="connsiteX119" fmla="*/ 4903078 w 11233149"/>
              <a:gd name="connsiteY119" fmla="*/ 3744149 h 5483616"/>
              <a:gd name="connsiteX120" fmla="*/ 5670817 w 11233149"/>
              <a:gd name="connsiteY120" fmla="*/ 2977008 h 5483616"/>
              <a:gd name="connsiteX121" fmla="*/ 3410650 w 11233149"/>
              <a:gd name="connsiteY121" fmla="*/ 2977008 h 5483616"/>
              <a:gd name="connsiteX122" fmla="*/ 4178389 w 11233149"/>
              <a:gd name="connsiteY122" fmla="*/ 3744747 h 5483616"/>
              <a:gd name="connsiteX123" fmla="*/ 4533558 w 11233149"/>
              <a:gd name="connsiteY123" fmla="*/ 3389578 h 5483616"/>
              <a:gd name="connsiteX124" fmla="*/ 4533558 w 11233149"/>
              <a:gd name="connsiteY124" fmla="*/ 2977008 h 5483616"/>
              <a:gd name="connsiteX125" fmla="*/ 2254258 w 11233149"/>
              <a:gd name="connsiteY125" fmla="*/ 2977008 h 5483616"/>
              <a:gd name="connsiteX126" fmla="*/ 2254258 w 11233149"/>
              <a:gd name="connsiteY126" fmla="*/ 3388980 h 5483616"/>
              <a:gd name="connsiteX127" fmla="*/ 2609426 w 11233149"/>
              <a:gd name="connsiteY127" fmla="*/ 3744149 h 5483616"/>
              <a:gd name="connsiteX128" fmla="*/ 3377764 w 11233149"/>
              <a:gd name="connsiteY128" fmla="*/ 2977008 h 5483616"/>
              <a:gd name="connsiteX129" fmla="*/ 1117597 w 11233149"/>
              <a:gd name="connsiteY129" fmla="*/ 2977008 h 5483616"/>
              <a:gd name="connsiteX130" fmla="*/ 1885335 w 11233149"/>
              <a:gd name="connsiteY130" fmla="*/ 3744747 h 5483616"/>
              <a:gd name="connsiteX131" fmla="*/ 2240505 w 11233149"/>
              <a:gd name="connsiteY131" fmla="*/ 3389578 h 5483616"/>
              <a:gd name="connsiteX132" fmla="*/ 2240505 w 11233149"/>
              <a:gd name="connsiteY132" fmla="*/ 2977008 h 5483616"/>
              <a:gd name="connsiteX133" fmla="*/ 8765093 w 11233149"/>
              <a:gd name="connsiteY133" fmla="*/ 2196115 h 5483616"/>
              <a:gd name="connsiteX134" fmla="*/ 7997354 w 11233149"/>
              <a:gd name="connsiteY134" fmla="*/ 2963255 h 5483616"/>
              <a:gd name="connsiteX135" fmla="*/ 9120262 w 11233149"/>
              <a:gd name="connsiteY135" fmla="*/ 2963255 h 5483616"/>
              <a:gd name="connsiteX136" fmla="*/ 9120262 w 11233149"/>
              <a:gd name="connsiteY136" fmla="*/ 2551283 h 5483616"/>
              <a:gd name="connsiteX137" fmla="*/ 6472041 w 11233149"/>
              <a:gd name="connsiteY137" fmla="*/ 2196115 h 5483616"/>
              <a:gd name="connsiteX138" fmla="*/ 5704301 w 11233149"/>
              <a:gd name="connsiteY138" fmla="*/ 2963255 h 5483616"/>
              <a:gd name="connsiteX139" fmla="*/ 6827210 w 11233149"/>
              <a:gd name="connsiteY139" fmla="*/ 2963255 h 5483616"/>
              <a:gd name="connsiteX140" fmla="*/ 6827210 w 11233149"/>
              <a:gd name="connsiteY140" fmla="*/ 2551283 h 5483616"/>
              <a:gd name="connsiteX141" fmla="*/ 4178389 w 11233149"/>
              <a:gd name="connsiteY141" fmla="*/ 2196115 h 5483616"/>
              <a:gd name="connsiteX142" fmla="*/ 3410650 w 11233149"/>
              <a:gd name="connsiteY142" fmla="*/ 2963255 h 5483616"/>
              <a:gd name="connsiteX143" fmla="*/ 4533558 w 11233149"/>
              <a:gd name="connsiteY143" fmla="*/ 2963255 h 5483616"/>
              <a:gd name="connsiteX144" fmla="*/ 4533558 w 11233149"/>
              <a:gd name="connsiteY144" fmla="*/ 2551283 h 5483616"/>
              <a:gd name="connsiteX145" fmla="*/ 1885335 w 11233149"/>
              <a:gd name="connsiteY145" fmla="*/ 2196115 h 5483616"/>
              <a:gd name="connsiteX146" fmla="*/ 1117597 w 11233149"/>
              <a:gd name="connsiteY146" fmla="*/ 2963255 h 5483616"/>
              <a:gd name="connsiteX147" fmla="*/ 2240505 w 11233149"/>
              <a:gd name="connsiteY147" fmla="*/ 2963255 h 5483616"/>
              <a:gd name="connsiteX148" fmla="*/ 2240505 w 11233149"/>
              <a:gd name="connsiteY148" fmla="*/ 2551283 h 5483616"/>
              <a:gd name="connsiteX149" fmla="*/ 4903078 w 11233149"/>
              <a:gd name="connsiteY149" fmla="*/ 2195517 h 5483616"/>
              <a:gd name="connsiteX150" fmla="*/ 4547910 w 11233149"/>
              <a:gd name="connsiteY150" fmla="*/ 2550686 h 5483616"/>
              <a:gd name="connsiteX151" fmla="*/ 4547910 w 11233149"/>
              <a:gd name="connsiteY151" fmla="*/ 2962657 h 5483616"/>
              <a:gd name="connsiteX152" fmla="*/ 5670817 w 11233149"/>
              <a:gd name="connsiteY152" fmla="*/ 2962657 h 5483616"/>
              <a:gd name="connsiteX153" fmla="*/ 2610024 w 11233149"/>
              <a:gd name="connsiteY153" fmla="*/ 2195517 h 5483616"/>
              <a:gd name="connsiteX154" fmla="*/ 2254258 w 11233149"/>
              <a:gd name="connsiteY154" fmla="*/ 2550686 h 5483616"/>
              <a:gd name="connsiteX155" fmla="*/ 2254258 w 11233149"/>
              <a:gd name="connsiteY155" fmla="*/ 2962657 h 5483616"/>
              <a:gd name="connsiteX156" fmla="*/ 3377167 w 11233149"/>
              <a:gd name="connsiteY156" fmla="*/ 2962657 h 5483616"/>
              <a:gd name="connsiteX157" fmla="*/ 9489782 w 11233149"/>
              <a:gd name="connsiteY157" fmla="*/ 2194919 h 5483616"/>
              <a:gd name="connsiteX158" fmla="*/ 9134612 w 11233149"/>
              <a:gd name="connsiteY158" fmla="*/ 2550686 h 5483616"/>
              <a:gd name="connsiteX159" fmla="*/ 9134612 w 11233149"/>
              <a:gd name="connsiteY159" fmla="*/ 2962657 h 5483616"/>
              <a:gd name="connsiteX160" fmla="*/ 10257521 w 11233149"/>
              <a:gd name="connsiteY160" fmla="*/ 2962657 h 5483616"/>
              <a:gd name="connsiteX161" fmla="*/ 7196130 w 11233149"/>
              <a:gd name="connsiteY161" fmla="*/ 2194919 h 5483616"/>
              <a:gd name="connsiteX162" fmla="*/ 6840963 w 11233149"/>
              <a:gd name="connsiteY162" fmla="*/ 2550686 h 5483616"/>
              <a:gd name="connsiteX163" fmla="*/ 6840963 w 11233149"/>
              <a:gd name="connsiteY163" fmla="*/ 2962657 h 5483616"/>
              <a:gd name="connsiteX164" fmla="*/ 7963870 w 11233149"/>
              <a:gd name="connsiteY164" fmla="*/ 2962657 h 5483616"/>
              <a:gd name="connsiteX165" fmla="*/ 9127438 w 11233149"/>
              <a:gd name="connsiteY165" fmla="*/ 1833173 h 5483616"/>
              <a:gd name="connsiteX166" fmla="*/ 8774660 w 11233149"/>
              <a:gd name="connsiteY166" fmla="*/ 2185950 h 5483616"/>
              <a:gd name="connsiteX167" fmla="*/ 9127438 w 11233149"/>
              <a:gd name="connsiteY167" fmla="*/ 2538727 h 5483616"/>
              <a:gd name="connsiteX168" fmla="*/ 9480215 w 11233149"/>
              <a:gd name="connsiteY168" fmla="*/ 2185950 h 5483616"/>
              <a:gd name="connsiteX169" fmla="*/ 6834386 w 11233149"/>
              <a:gd name="connsiteY169" fmla="*/ 1833173 h 5483616"/>
              <a:gd name="connsiteX170" fmla="*/ 6481607 w 11233149"/>
              <a:gd name="connsiteY170" fmla="*/ 2185950 h 5483616"/>
              <a:gd name="connsiteX171" fmla="*/ 6834386 w 11233149"/>
              <a:gd name="connsiteY171" fmla="*/ 2538727 h 5483616"/>
              <a:gd name="connsiteX172" fmla="*/ 7187162 w 11233149"/>
              <a:gd name="connsiteY172" fmla="*/ 2185950 h 5483616"/>
              <a:gd name="connsiteX173" fmla="*/ 4541333 w 11233149"/>
              <a:gd name="connsiteY173" fmla="*/ 1833173 h 5483616"/>
              <a:gd name="connsiteX174" fmla="*/ 4188554 w 11233149"/>
              <a:gd name="connsiteY174" fmla="*/ 2185950 h 5483616"/>
              <a:gd name="connsiteX175" fmla="*/ 4541333 w 11233149"/>
              <a:gd name="connsiteY175" fmla="*/ 2538727 h 5483616"/>
              <a:gd name="connsiteX176" fmla="*/ 4894110 w 11233149"/>
              <a:gd name="connsiteY176" fmla="*/ 2185950 h 5483616"/>
              <a:gd name="connsiteX177" fmla="*/ 2247681 w 11233149"/>
              <a:gd name="connsiteY177" fmla="*/ 1833173 h 5483616"/>
              <a:gd name="connsiteX178" fmla="*/ 1894902 w 11233149"/>
              <a:gd name="connsiteY178" fmla="*/ 2185950 h 5483616"/>
              <a:gd name="connsiteX179" fmla="*/ 2247681 w 11233149"/>
              <a:gd name="connsiteY179" fmla="*/ 2538727 h 5483616"/>
              <a:gd name="connsiteX180" fmla="*/ 2600457 w 11233149"/>
              <a:gd name="connsiteY180" fmla="*/ 2185950 h 5483616"/>
              <a:gd name="connsiteX181" fmla="*/ 10273665 w 11233149"/>
              <a:gd name="connsiteY181" fmla="*/ 1411634 h 5483616"/>
              <a:gd name="connsiteX182" fmla="*/ 9499349 w 11233149"/>
              <a:gd name="connsiteY182" fmla="*/ 2185950 h 5483616"/>
              <a:gd name="connsiteX183" fmla="*/ 10273665 w 11233149"/>
              <a:gd name="connsiteY183" fmla="*/ 2960266 h 5483616"/>
              <a:gd name="connsiteX184" fmla="*/ 11047981 w 11233149"/>
              <a:gd name="connsiteY184" fmla="*/ 2185950 h 5483616"/>
              <a:gd name="connsiteX185" fmla="*/ 7980612 w 11233149"/>
              <a:gd name="connsiteY185" fmla="*/ 1411634 h 5483616"/>
              <a:gd name="connsiteX186" fmla="*/ 7206296 w 11233149"/>
              <a:gd name="connsiteY186" fmla="*/ 2185950 h 5483616"/>
              <a:gd name="connsiteX187" fmla="*/ 7980612 w 11233149"/>
              <a:gd name="connsiteY187" fmla="*/ 2960266 h 5483616"/>
              <a:gd name="connsiteX188" fmla="*/ 8754928 w 11233149"/>
              <a:gd name="connsiteY188" fmla="*/ 2185950 h 5483616"/>
              <a:gd name="connsiteX189" fmla="*/ 5687559 w 11233149"/>
              <a:gd name="connsiteY189" fmla="*/ 1411035 h 5483616"/>
              <a:gd name="connsiteX190" fmla="*/ 4913243 w 11233149"/>
              <a:gd name="connsiteY190" fmla="*/ 2185950 h 5483616"/>
              <a:gd name="connsiteX191" fmla="*/ 5687559 w 11233149"/>
              <a:gd name="connsiteY191" fmla="*/ 2960266 h 5483616"/>
              <a:gd name="connsiteX192" fmla="*/ 6461876 w 11233149"/>
              <a:gd name="connsiteY192" fmla="*/ 2185950 h 5483616"/>
              <a:gd name="connsiteX193" fmla="*/ 3394506 w 11233149"/>
              <a:gd name="connsiteY193" fmla="*/ 1411035 h 5483616"/>
              <a:gd name="connsiteX194" fmla="*/ 2619591 w 11233149"/>
              <a:gd name="connsiteY194" fmla="*/ 2185950 h 5483616"/>
              <a:gd name="connsiteX195" fmla="*/ 3393908 w 11233149"/>
              <a:gd name="connsiteY195" fmla="*/ 2960266 h 5483616"/>
              <a:gd name="connsiteX196" fmla="*/ 4168822 w 11233149"/>
              <a:gd name="connsiteY196" fmla="*/ 2185950 h 5483616"/>
              <a:gd name="connsiteX197" fmla="*/ 1100855 w 11233149"/>
              <a:gd name="connsiteY197" fmla="*/ 1411035 h 5483616"/>
              <a:gd name="connsiteX198" fmla="*/ 326538 w 11233149"/>
              <a:gd name="connsiteY198" fmla="*/ 2185950 h 5483616"/>
              <a:gd name="connsiteX199" fmla="*/ 1100855 w 11233149"/>
              <a:gd name="connsiteY199" fmla="*/ 2960266 h 5483616"/>
              <a:gd name="connsiteX200" fmla="*/ 1875172 w 11233149"/>
              <a:gd name="connsiteY200" fmla="*/ 2185950 h 5483616"/>
              <a:gd name="connsiteX201" fmla="*/ 7997354 w 11233149"/>
              <a:gd name="connsiteY201" fmla="*/ 1408644 h 5483616"/>
              <a:gd name="connsiteX202" fmla="*/ 8765093 w 11233149"/>
              <a:gd name="connsiteY202" fmla="*/ 2175785 h 5483616"/>
              <a:gd name="connsiteX203" fmla="*/ 9120262 w 11233149"/>
              <a:gd name="connsiteY203" fmla="*/ 1820617 h 5483616"/>
              <a:gd name="connsiteX204" fmla="*/ 9120262 w 11233149"/>
              <a:gd name="connsiteY204" fmla="*/ 1408644 h 5483616"/>
              <a:gd name="connsiteX205" fmla="*/ 5704301 w 11233149"/>
              <a:gd name="connsiteY205" fmla="*/ 1408644 h 5483616"/>
              <a:gd name="connsiteX206" fmla="*/ 6472041 w 11233149"/>
              <a:gd name="connsiteY206" fmla="*/ 2175785 h 5483616"/>
              <a:gd name="connsiteX207" fmla="*/ 6827210 w 11233149"/>
              <a:gd name="connsiteY207" fmla="*/ 1820617 h 5483616"/>
              <a:gd name="connsiteX208" fmla="*/ 6827210 w 11233149"/>
              <a:gd name="connsiteY208" fmla="*/ 1408644 h 5483616"/>
              <a:gd name="connsiteX209" fmla="*/ 3410650 w 11233149"/>
              <a:gd name="connsiteY209" fmla="*/ 1408644 h 5483616"/>
              <a:gd name="connsiteX210" fmla="*/ 4178389 w 11233149"/>
              <a:gd name="connsiteY210" fmla="*/ 2175785 h 5483616"/>
              <a:gd name="connsiteX211" fmla="*/ 4533558 w 11233149"/>
              <a:gd name="connsiteY211" fmla="*/ 1820617 h 5483616"/>
              <a:gd name="connsiteX212" fmla="*/ 4533558 w 11233149"/>
              <a:gd name="connsiteY212" fmla="*/ 1408644 h 5483616"/>
              <a:gd name="connsiteX213" fmla="*/ 1117597 w 11233149"/>
              <a:gd name="connsiteY213" fmla="*/ 1408644 h 5483616"/>
              <a:gd name="connsiteX214" fmla="*/ 1885335 w 11233149"/>
              <a:gd name="connsiteY214" fmla="*/ 2175785 h 5483616"/>
              <a:gd name="connsiteX215" fmla="*/ 2240505 w 11233149"/>
              <a:gd name="connsiteY215" fmla="*/ 1820617 h 5483616"/>
              <a:gd name="connsiteX216" fmla="*/ 2240505 w 11233149"/>
              <a:gd name="connsiteY216" fmla="*/ 1408644 h 5483616"/>
              <a:gd name="connsiteX217" fmla="*/ 9134612 w 11233149"/>
              <a:gd name="connsiteY217" fmla="*/ 1408046 h 5483616"/>
              <a:gd name="connsiteX218" fmla="*/ 9134612 w 11233149"/>
              <a:gd name="connsiteY218" fmla="*/ 1820617 h 5483616"/>
              <a:gd name="connsiteX219" fmla="*/ 9489782 w 11233149"/>
              <a:gd name="connsiteY219" fmla="*/ 2175785 h 5483616"/>
              <a:gd name="connsiteX220" fmla="*/ 10257521 w 11233149"/>
              <a:gd name="connsiteY220" fmla="*/ 1408046 h 5483616"/>
              <a:gd name="connsiteX221" fmla="*/ 6840963 w 11233149"/>
              <a:gd name="connsiteY221" fmla="*/ 1408046 h 5483616"/>
              <a:gd name="connsiteX222" fmla="*/ 6840963 w 11233149"/>
              <a:gd name="connsiteY222" fmla="*/ 1820617 h 5483616"/>
              <a:gd name="connsiteX223" fmla="*/ 7196130 w 11233149"/>
              <a:gd name="connsiteY223" fmla="*/ 2175785 h 5483616"/>
              <a:gd name="connsiteX224" fmla="*/ 7963870 w 11233149"/>
              <a:gd name="connsiteY224" fmla="*/ 1408046 h 5483616"/>
              <a:gd name="connsiteX225" fmla="*/ 4547910 w 11233149"/>
              <a:gd name="connsiteY225" fmla="*/ 1408046 h 5483616"/>
              <a:gd name="connsiteX226" fmla="*/ 4547910 w 11233149"/>
              <a:gd name="connsiteY226" fmla="*/ 1820617 h 5483616"/>
              <a:gd name="connsiteX227" fmla="*/ 4903078 w 11233149"/>
              <a:gd name="connsiteY227" fmla="*/ 2175785 h 5483616"/>
              <a:gd name="connsiteX228" fmla="*/ 5670817 w 11233149"/>
              <a:gd name="connsiteY228" fmla="*/ 1408046 h 5483616"/>
              <a:gd name="connsiteX229" fmla="*/ 2254258 w 11233149"/>
              <a:gd name="connsiteY229" fmla="*/ 1408046 h 5483616"/>
              <a:gd name="connsiteX230" fmla="*/ 2254258 w 11233149"/>
              <a:gd name="connsiteY230" fmla="*/ 1820617 h 5483616"/>
              <a:gd name="connsiteX231" fmla="*/ 2609426 w 11233149"/>
              <a:gd name="connsiteY231" fmla="*/ 2175785 h 5483616"/>
              <a:gd name="connsiteX232" fmla="*/ 3377167 w 11233149"/>
              <a:gd name="connsiteY232" fmla="*/ 1408046 h 5483616"/>
              <a:gd name="connsiteX233" fmla="*/ 8765093 w 11233149"/>
              <a:gd name="connsiteY233" fmla="*/ 627152 h 5483616"/>
              <a:gd name="connsiteX234" fmla="*/ 7997354 w 11233149"/>
              <a:gd name="connsiteY234" fmla="*/ 1394293 h 5483616"/>
              <a:gd name="connsiteX235" fmla="*/ 9120262 w 11233149"/>
              <a:gd name="connsiteY235" fmla="*/ 1394293 h 5483616"/>
              <a:gd name="connsiteX236" fmla="*/ 9120262 w 11233149"/>
              <a:gd name="connsiteY236" fmla="*/ 982320 h 5483616"/>
              <a:gd name="connsiteX237" fmla="*/ 6472041 w 11233149"/>
              <a:gd name="connsiteY237" fmla="*/ 627152 h 5483616"/>
              <a:gd name="connsiteX238" fmla="*/ 5704301 w 11233149"/>
              <a:gd name="connsiteY238" fmla="*/ 1394293 h 5483616"/>
              <a:gd name="connsiteX239" fmla="*/ 6827210 w 11233149"/>
              <a:gd name="connsiteY239" fmla="*/ 1394293 h 5483616"/>
              <a:gd name="connsiteX240" fmla="*/ 6827210 w 11233149"/>
              <a:gd name="connsiteY240" fmla="*/ 982320 h 5483616"/>
              <a:gd name="connsiteX241" fmla="*/ 4178389 w 11233149"/>
              <a:gd name="connsiteY241" fmla="*/ 627152 h 5483616"/>
              <a:gd name="connsiteX242" fmla="*/ 3410650 w 11233149"/>
              <a:gd name="connsiteY242" fmla="*/ 1394293 h 5483616"/>
              <a:gd name="connsiteX243" fmla="*/ 4533558 w 11233149"/>
              <a:gd name="connsiteY243" fmla="*/ 1394293 h 5483616"/>
              <a:gd name="connsiteX244" fmla="*/ 4533558 w 11233149"/>
              <a:gd name="connsiteY244" fmla="*/ 982320 h 5483616"/>
              <a:gd name="connsiteX245" fmla="*/ 1885335 w 11233149"/>
              <a:gd name="connsiteY245" fmla="*/ 627152 h 5483616"/>
              <a:gd name="connsiteX246" fmla="*/ 1117597 w 11233149"/>
              <a:gd name="connsiteY246" fmla="*/ 1394293 h 5483616"/>
              <a:gd name="connsiteX247" fmla="*/ 2240505 w 11233149"/>
              <a:gd name="connsiteY247" fmla="*/ 1394293 h 5483616"/>
              <a:gd name="connsiteX248" fmla="*/ 2240505 w 11233149"/>
              <a:gd name="connsiteY248" fmla="*/ 982320 h 5483616"/>
              <a:gd name="connsiteX249" fmla="*/ 9489782 w 11233149"/>
              <a:gd name="connsiteY249" fmla="*/ 626554 h 5483616"/>
              <a:gd name="connsiteX250" fmla="*/ 9134612 w 11233149"/>
              <a:gd name="connsiteY250" fmla="*/ 982320 h 5483616"/>
              <a:gd name="connsiteX251" fmla="*/ 9134612 w 11233149"/>
              <a:gd name="connsiteY251" fmla="*/ 1394293 h 5483616"/>
              <a:gd name="connsiteX252" fmla="*/ 10257521 w 11233149"/>
              <a:gd name="connsiteY252" fmla="*/ 1394293 h 5483616"/>
              <a:gd name="connsiteX253" fmla="*/ 7196130 w 11233149"/>
              <a:gd name="connsiteY253" fmla="*/ 626554 h 5483616"/>
              <a:gd name="connsiteX254" fmla="*/ 6840963 w 11233149"/>
              <a:gd name="connsiteY254" fmla="*/ 982320 h 5483616"/>
              <a:gd name="connsiteX255" fmla="*/ 6840963 w 11233149"/>
              <a:gd name="connsiteY255" fmla="*/ 1394293 h 5483616"/>
              <a:gd name="connsiteX256" fmla="*/ 7963870 w 11233149"/>
              <a:gd name="connsiteY256" fmla="*/ 1394293 h 5483616"/>
              <a:gd name="connsiteX257" fmla="*/ 4903078 w 11233149"/>
              <a:gd name="connsiteY257" fmla="*/ 626554 h 5483616"/>
              <a:gd name="connsiteX258" fmla="*/ 4547910 w 11233149"/>
              <a:gd name="connsiteY258" fmla="*/ 982320 h 5483616"/>
              <a:gd name="connsiteX259" fmla="*/ 4547910 w 11233149"/>
              <a:gd name="connsiteY259" fmla="*/ 1394293 h 5483616"/>
              <a:gd name="connsiteX260" fmla="*/ 5670817 w 11233149"/>
              <a:gd name="connsiteY260" fmla="*/ 1394293 h 5483616"/>
              <a:gd name="connsiteX261" fmla="*/ 2610024 w 11233149"/>
              <a:gd name="connsiteY261" fmla="*/ 626554 h 5483616"/>
              <a:gd name="connsiteX262" fmla="*/ 2254258 w 11233149"/>
              <a:gd name="connsiteY262" fmla="*/ 982320 h 5483616"/>
              <a:gd name="connsiteX263" fmla="*/ 2254258 w 11233149"/>
              <a:gd name="connsiteY263" fmla="*/ 1394293 h 5483616"/>
              <a:gd name="connsiteX264" fmla="*/ 3377167 w 11233149"/>
              <a:gd name="connsiteY264" fmla="*/ 1394293 h 5483616"/>
              <a:gd name="connsiteX265" fmla="*/ 9127438 w 11233149"/>
              <a:gd name="connsiteY265" fmla="*/ 264210 h 5483616"/>
              <a:gd name="connsiteX266" fmla="*/ 8774660 w 11233149"/>
              <a:gd name="connsiteY266" fmla="*/ 616987 h 5483616"/>
              <a:gd name="connsiteX267" fmla="*/ 9127438 w 11233149"/>
              <a:gd name="connsiteY267" fmla="*/ 969764 h 5483616"/>
              <a:gd name="connsiteX268" fmla="*/ 9480215 w 11233149"/>
              <a:gd name="connsiteY268" fmla="*/ 616987 h 5483616"/>
              <a:gd name="connsiteX269" fmla="*/ 6834386 w 11233149"/>
              <a:gd name="connsiteY269" fmla="*/ 264210 h 5483616"/>
              <a:gd name="connsiteX270" fmla="*/ 6481607 w 11233149"/>
              <a:gd name="connsiteY270" fmla="*/ 616987 h 5483616"/>
              <a:gd name="connsiteX271" fmla="*/ 6834386 w 11233149"/>
              <a:gd name="connsiteY271" fmla="*/ 969764 h 5483616"/>
              <a:gd name="connsiteX272" fmla="*/ 7187162 w 11233149"/>
              <a:gd name="connsiteY272" fmla="*/ 616987 h 5483616"/>
              <a:gd name="connsiteX273" fmla="*/ 4541333 w 11233149"/>
              <a:gd name="connsiteY273" fmla="*/ 264210 h 5483616"/>
              <a:gd name="connsiteX274" fmla="*/ 4188554 w 11233149"/>
              <a:gd name="connsiteY274" fmla="*/ 616987 h 5483616"/>
              <a:gd name="connsiteX275" fmla="*/ 4541333 w 11233149"/>
              <a:gd name="connsiteY275" fmla="*/ 969764 h 5483616"/>
              <a:gd name="connsiteX276" fmla="*/ 4894110 w 11233149"/>
              <a:gd name="connsiteY276" fmla="*/ 616987 h 5483616"/>
              <a:gd name="connsiteX277" fmla="*/ 2247681 w 11233149"/>
              <a:gd name="connsiteY277" fmla="*/ 264210 h 5483616"/>
              <a:gd name="connsiteX278" fmla="*/ 1894902 w 11233149"/>
              <a:gd name="connsiteY278" fmla="*/ 616987 h 5483616"/>
              <a:gd name="connsiteX279" fmla="*/ 2247681 w 11233149"/>
              <a:gd name="connsiteY279" fmla="*/ 969764 h 5483616"/>
              <a:gd name="connsiteX280" fmla="*/ 2600457 w 11233149"/>
              <a:gd name="connsiteY280" fmla="*/ 616987 h 5483616"/>
              <a:gd name="connsiteX281" fmla="*/ 923669 w 11233149"/>
              <a:gd name="connsiteY281" fmla="*/ 0 h 5483616"/>
              <a:gd name="connsiteX282" fmla="*/ 943526 w 11233149"/>
              <a:gd name="connsiteY282" fmla="*/ 0 h 5483616"/>
              <a:gd name="connsiteX283" fmla="*/ 326538 w 11233149"/>
              <a:gd name="connsiteY283" fmla="*/ 616987 h 5483616"/>
              <a:gd name="connsiteX284" fmla="*/ 1100855 w 11233149"/>
              <a:gd name="connsiteY284" fmla="*/ 1391304 h 5483616"/>
              <a:gd name="connsiteX285" fmla="*/ 1875172 w 11233149"/>
              <a:gd name="connsiteY285" fmla="*/ 616987 h 5483616"/>
              <a:gd name="connsiteX286" fmla="*/ 1258184 w 11233149"/>
              <a:gd name="connsiteY286" fmla="*/ 0 h 5483616"/>
              <a:gd name="connsiteX287" fmla="*/ 1277915 w 11233149"/>
              <a:gd name="connsiteY287" fmla="*/ 0 h 5483616"/>
              <a:gd name="connsiteX288" fmla="*/ 1885335 w 11233149"/>
              <a:gd name="connsiteY288" fmla="*/ 607420 h 5483616"/>
              <a:gd name="connsiteX289" fmla="*/ 2240505 w 11233149"/>
              <a:gd name="connsiteY289" fmla="*/ 252251 h 5483616"/>
              <a:gd name="connsiteX290" fmla="*/ 2240505 w 11233149"/>
              <a:gd name="connsiteY290" fmla="*/ 0 h 5483616"/>
              <a:gd name="connsiteX291" fmla="*/ 2254258 w 11233149"/>
              <a:gd name="connsiteY291" fmla="*/ 0 h 5483616"/>
              <a:gd name="connsiteX292" fmla="*/ 2254258 w 11233149"/>
              <a:gd name="connsiteY292" fmla="*/ 251654 h 5483616"/>
              <a:gd name="connsiteX293" fmla="*/ 2609426 w 11233149"/>
              <a:gd name="connsiteY293" fmla="*/ 606822 h 5483616"/>
              <a:gd name="connsiteX294" fmla="*/ 3217195 w 11233149"/>
              <a:gd name="connsiteY294" fmla="*/ 0 h 5483616"/>
              <a:gd name="connsiteX295" fmla="*/ 3237055 w 11233149"/>
              <a:gd name="connsiteY295" fmla="*/ 0 h 5483616"/>
              <a:gd name="connsiteX296" fmla="*/ 2619591 w 11233149"/>
              <a:gd name="connsiteY296" fmla="*/ 616987 h 5483616"/>
              <a:gd name="connsiteX297" fmla="*/ 3393908 w 11233149"/>
              <a:gd name="connsiteY297" fmla="*/ 1391304 h 5483616"/>
              <a:gd name="connsiteX298" fmla="*/ 4168822 w 11233149"/>
              <a:gd name="connsiteY298" fmla="*/ 616987 h 5483616"/>
              <a:gd name="connsiteX299" fmla="*/ 3551835 w 11233149"/>
              <a:gd name="connsiteY299" fmla="*/ 0 h 5483616"/>
              <a:gd name="connsiteX300" fmla="*/ 3570969 w 11233149"/>
              <a:gd name="connsiteY300" fmla="*/ 0 h 5483616"/>
              <a:gd name="connsiteX301" fmla="*/ 4178389 w 11233149"/>
              <a:gd name="connsiteY301" fmla="*/ 607420 h 5483616"/>
              <a:gd name="connsiteX302" fmla="*/ 4533558 w 11233149"/>
              <a:gd name="connsiteY302" fmla="*/ 252251 h 5483616"/>
              <a:gd name="connsiteX303" fmla="*/ 4533558 w 11233149"/>
              <a:gd name="connsiteY303" fmla="*/ 0 h 5483616"/>
              <a:gd name="connsiteX304" fmla="*/ 4547910 w 11233149"/>
              <a:gd name="connsiteY304" fmla="*/ 0 h 5483616"/>
              <a:gd name="connsiteX305" fmla="*/ 4547910 w 11233149"/>
              <a:gd name="connsiteY305" fmla="*/ 251654 h 5483616"/>
              <a:gd name="connsiteX306" fmla="*/ 4903078 w 11233149"/>
              <a:gd name="connsiteY306" fmla="*/ 606822 h 5483616"/>
              <a:gd name="connsiteX307" fmla="*/ 5510374 w 11233149"/>
              <a:gd name="connsiteY307" fmla="*/ 0 h 5483616"/>
              <a:gd name="connsiteX308" fmla="*/ 5530230 w 11233149"/>
              <a:gd name="connsiteY308" fmla="*/ 0 h 5483616"/>
              <a:gd name="connsiteX309" fmla="*/ 4913243 w 11233149"/>
              <a:gd name="connsiteY309" fmla="*/ 616987 h 5483616"/>
              <a:gd name="connsiteX310" fmla="*/ 5687559 w 11233149"/>
              <a:gd name="connsiteY310" fmla="*/ 1391902 h 5483616"/>
              <a:gd name="connsiteX311" fmla="*/ 6461876 w 11233149"/>
              <a:gd name="connsiteY311" fmla="*/ 617585 h 5483616"/>
              <a:gd name="connsiteX312" fmla="*/ 5844767 w 11233149"/>
              <a:gd name="connsiteY312" fmla="*/ 0 h 5483616"/>
              <a:gd name="connsiteX313" fmla="*/ 5864620 w 11233149"/>
              <a:gd name="connsiteY313" fmla="*/ 0 h 5483616"/>
              <a:gd name="connsiteX314" fmla="*/ 6472041 w 11233149"/>
              <a:gd name="connsiteY314" fmla="*/ 607420 h 5483616"/>
              <a:gd name="connsiteX315" fmla="*/ 6827210 w 11233149"/>
              <a:gd name="connsiteY315" fmla="*/ 252251 h 5483616"/>
              <a:gd name="connsiteX316" fmla="*/ 6827210 w 11233149"/>
              <a:gd name="connsiteY316" fmla="*/ 0 h 5483616"/>
              <a:gd name="connsiteX317" fmla="*/ 6841559 w 11233149"/>
              <a:gd name="connsiteY317" fmla="*/ 0 h 5483616"/>
              <a:gd name="connsiteX318" fmla="*/ 6841559 w 11233149"/>
              <a:gd name="connsiteY318" fmla="*/ 251654 h 5483616"/>
              <a:gd name="connsiteX319" fmla="*/ 6840963 w 11233149"/>
              <a:gd name="connsiteY319" fmla="*/ 251654 h 5483616"/>
              <a:gd name="connsiteX320" fmla="*/ 7196130 w 11233149"/>
              <a:gd name="connsiteY320" fmla="*/ 606822 h 5483616"/>
              <a:gd name="connsiteX321" fmla="*/ 7803899 w 11233149"/>
              <a:gd name="connsiteY321" fmla="*/ 0 h 5483616"/>
              <a:gd name="connsiteX322" fmla="*/ 7823283 w 11233149"/>
              <a:gd name="connsiteY322" fmla="*/ 0 h 5483616"/>
              <a:gd name="connsiteX323" fmla="*/ 7206296 w 11233149"/>
              <a:gd name="connsiteY323" fmla="*/ 616987 h 5483616"/>
              <a:gd name="connsiteX324" fmla="*/ 7980612 w 11233149"/>
              <a:gd name="connsiteY324" fmla="*/ 1391304 h 5483616"/>
              <a:gd name="connsiteX325" fmla="*/ 8754928 w 11233149"/>
              <a:gd name="connsiteY325" fmla="*/ 616987 h 5483616"/>
              <a:gd name="connsiteX326" fmla="*/ 8137941 w 11233149"/>
              <a:gd name="connsiteY326" fmla="*/ 0 h 5483616"/>
              <a:gd name="connsiteX327" fmla="*/ 8157673 w 11233149"/>
              <a:gd name="connsiteY327" fmla="*/ 0 h 5483616"/>
              <a:gd name="connsiteX328" fmla="*/ 8765093 w 11233149"/>
              <a:gd name="connsiteY328" fmla="*/ 607420 h 5483616"/>
              <a:gd name="connsiteX329" fmla="*/ 9120262 w 11233149"/>
              <a:gd name="connsiteY329" fmla="*/ 252251 h 5483616"/>
              <a:gd name="connsiteX330" fmla="*/ 9120262 w 11233149"/>
              <a:gd name="connsiteY330" fmla="*/ 0 h 5483616"/>
              <a:gd name="connsiteX331" fmla="*/ 9134612 w 11233149"/>
              <a:gd name="connsiteY331" fmla="*/ 0 h 5483616"/>
              <a:gd name="connsiteX332" fmla="*/ 9134612 w 11233149"/>
              <a:gd name="connsiteY332" fmla="*/ 251654 h 5483616"/>
              <a:gd name="connsiteX333" fmla="*/ 9489782 w 11233149"/>
              <a:gd name="connsiteY333" fmla="*/ 606822 h 5483616"/>
              <a:gd name="connsiteX334" fmla="*/ 10097077 w 11233149"/>
              <a:gd name="connsiteY334" fmla="*/ 0 h 5483616"/>
              <a:gd name="connsiteX335" fmla="*/ 10116812 w 11233149"/>
              <a:gd name="connsiteY335" fmla="*/ 0 h 5483616"/>
              <a:gd name="connsiteX336" fmla="*/ 9499349 w 11233149"/>
              <a:gd name="connsiteY336" fmla="*/ 616987 h 5483616"/>
              <a:gd name="connsiteX337" fmla="*/ 10273665 w 11233149"/>
              <a:gd name="connsiteY337" fmla="*/ 1391304 h 5483616"/>
              <a:gd name="connsiteX338" fmla="*/ 11047981 w 11233149"/>
              <a:gd name="connsiteY338" fmla="*/ 616987 h 5483616"/>
              <a:gd name="connsiteX339" fmla="*/ 10431471 w 11233149"/>
              <a:gd name="connsiteY339" fmla="*/ 0 h 5483616"/>
              <a:gd name="connsiteX340" fmla="*/ 10451324 w 11233149"/>
              <a:gd name="connsiteY340" fmla="*/ 0 h 5483616"/>
              <a:gd name="connsiteX341" fmla="*/ 11058745 w 11233149"/>
              <a:gd name="connsiteY341" fmla="*/ 607420 h 5483616"/>
              <a:gd name="connsiteX342" fmla="*/ 11233149 w 11233149"/>
              <a:gd name="connsiteY342" fmla="*/ 433015 h 5483616"/>
              <a:gd name="connsiteX343" fmla="*/ 11233149 w 11233149"/>
              <a:gd name="connsiteY343" fmla="*/ 452150 h 5483616"/>
              <a:gd name="connsiteX344" fmla="*/ 11068312 w 11233149"/>
              <a:gd name="connsiteY344" fmla="*/ 616987 h 5483616"/>
              <a:gd name="connsiteX345" fmla="*/ 11233149 w 11233149"/>
              <a:gd name="connsiteY345" fmla="*/ 781825 h 5483616"/>
              <a:gd name="connsiteX346" fmla="*/ 11233149 w 11233149"/>
              <a:gd name="connsiteY346" fmla="*/ 801556 h 5483616"/>
              <a:gd name="connsiteX347" fmla="*/ 11058745 w 11233149"/>
              <a:gd name="connsiteY347" fmla="*/ 627152 h 5483616"/>
              <a:gd name="connsiteX348" fmla="*/ 10291005 w 11233149"/>
              <a:gd name="connsiteY348" fmla="*/ 1394293 h 5483616"/>
              <a:gd name="connsiteX349" fmla="*/ 11233149 w 11233149"/>
              <a:gd name="connsiteY349" fmla="*/ 1394293 h 5483616"/>
              <a:gd name="connsiteX350" fmla="*/ 11233149 w 11233149"/>
              <a:gd name="connsiteY350" fmla="*/ 1408644 h 5483616"/>
              <a:gd name="connsiteX351" fmla="*/ 10291005 w 11233149"/>
              <a:gd name="connsiteY351" fmla="*/ 1408644 h 5483616"/>
              <a:gd name="connsiteX352" fmla="*/ 11058745 w 11233149"/>
              <a:gd name="connsiteY352" fmla="*/ 2175785 h 5483616"/>
              <a:gd name="connsiteX353" fmla="*/ 11233149 w 11233149"/>
              <a:gd name="connsiteY353" fmla="*/ 2001381 h 5483616"/>
              <a:gd name="connsiteX354" fmla="*/ 11233149 w 11233149"/>
              <a:gd name="connsiteY354" fmla="*/ 2020514 h 5483616"/>
              <a:gd name="connsiteX355" fmla="*/ 11068312 w 11233149"/>
              <a:gd name="connsiteY355" fmla="*/ 2185352 h 5483616"/>
              <a:gd name="connsiteX356" fmla="*/ 11233149 w 11233149"/>
              <a:gd name="connsiteY356" fmla="*/ 2350189 h 5483616"/>
              <a:gd name="connsiteX357" fmla="*/ 11233149 w 11233149"/>
              <a:gd name="connsiteY357" fmla="*/ 2370519 h 5483616"/>
              <a:gd name="connsiteX358" fmla="*/ 11058745 w 11233149"/>
              <a:gd name="connsiteY358" fmla="*/ 2196115 h 5483616"/>
              <a:gd name="connsiteX359" fmla="*/ 10291005 w 11233149"/>
              <a:gd name="connsiteY359" fmla="*/ 2963255 h 5483616"/>
              <a:gd name="connsiteX360" fmla="*/ 11233149 w 11233149"/>
              <a:gd name="connsiteY360" fmla="*/ 2963255 h 5483616"/>
              <a:gd name="connsiteX361" fmla="*/ 11233149 w 11233149"/>
              <a:gd name="connsiteY361" fmla="*/ 2977008 h 5483616"/>
              <a:gd name="connsiteX362" fmla="*/ 10291005 w 11233149"/>
              <a:gd name="connsiteY362" fmla="*/ 2977008 h 5483616"/>
              <a:gd name="connsiteX363" fmla="*/ 11058745 w 11233149"/>
              <a:gd name="connsiteY363" fmla="*/ 3744747 h 5483616"/>
              <a:gd name="connsiteX364" fmla="*/ 11233149 w 11233149"/>
              <a:gd name="connsiteY364" fmla="*/ 3570342 h 5483616"/>
              <a:gd name="connsiteX365" fmla="*/ 11233149 w 11233149"/>
              <a:gd name="connsiteY365" fmla="*/ 3588878 h 5483616"/>
              <a:gd name="connsiteX366" fmla="*/ 11068312 w 11233149"/>
              <a:gd name="connsiteY366" fmla="*/ 3753716 h 5483616"/>
              <a:gd name="connsiteX367" fmla="*/ 11233149 w 11233149"/>
              <a:gd name="connsiteY367" fmla="*/ 3918554 h 5483616"/>
              <a:gd name="connsiteX368" fmla="*/ 11233149 w 11233149"/>
              <a:gd name="connsiteY368" fmla="*/ 3938883 h 5483616"/>
              <a:gd name="connsiteX369" fmla="*/ 11058745 w 11233149"/>
              <a:gd name="connsiteY369" fmla="*/ 3764479 h 5483616"/>
              <a:gd name="connsiteX370" fmla="*/ 10291005 w 11233149"/>
              <a:gd name="connsiteY370" fmla="*/ 4531619 h 5483616"/>
              <a:gd name="connsiteX371" fmla="*/ 11233149 w 11233149"/>
              <a:gd name="connsiteY371" fmla="*/ 4531619 h 5483616"/>
              <a:gd name="connsiteX372" fmla="*/ 11233149 w 11233149"/>
              <a:gd name="connsiteY372" fmla="*/ 4545970 h 5483616"/>
              <a:gd name="connsiteX373" fmla="*/ 10291005 w 11233149"/>
              <a:gd name="connsiteY373" fmla="*/ 4545970 h 5483616"/>
              <a:gd name="connsiteX374" fmla="*/ 11058745 w 11233149"/>
              <a:gd name="connsiteY374" fmla="*/ 5313111 h 5483616"/>
              <a:gd name="connsiteX375" fmla="*/ 11233149 w 11233149"/>
              <a:gd name="connsiteY375" fmla="*/ 5138707 h 5483616"/>
              <a:gd name="connsiteX376" fmla="*/ 11233149 w 11233149"/>
              <a:gd name="connsiteY376" fmla="*/ 5157242 h 5483616"/>
              <a:gd name="connsiteX377" fmla="*/ 11068312 w 11233149"/>
              <a:gd name="connsiteY377" fmla="*/ 5322079 h 5483616"/>
              <a:gd name="connsiteX378" fmla="*/ 11215689 w 11233149"/>
              <a:gd name="connsiteY378" fmla="*/ 5469458 h 5483616"/>
              <a:gd name="connsiteX379" fmla="*/ 11203117 w 11233149"/>
              <a:gd name="connsiteY379" fmla="*/ 5477812 h 5483616"/>
              <a:gd name="connsiteX380" fmla="*/ 11058745 w 11233149"/>
              <a:gd name="connsiteY380" fmla="*/ 5333441 h 5483616"/>
              <a:gd name="connsiteX381" fmla="*/ 10908452 w 11233149"/>
              <a:gd name="connsiteY381" fmla="*/ 5483616 h 5483616"/>
              <a:gd name="connsiteX382" fmla="*/ 10887641 w 11233149"/>
              <a:gd name="connsiteY382" fmla="*/ 5483616 h 5483616"/>
              <a:gd name="connsiteX383" fmla="*/ 11047981 w 11233149"/>
              <a:gd name="connsiteY383" fmla="*/ 5323276 h 5483616"/>
              <a:gd name="connsiteX384" fmla="*/ 10273665 w 11233149"/>
              <a:gd name="connsiteY384" fmla="*/ 4548960 h 5483616"/>
              <a:gd name="connsiteX385" fmla="*/ 9499349 w 11233149"/>
              <a:gd name="connsiteY385" fmla="*/ 5323276 h 5483616"/>
              <a:gd name="connsiteX386" fmla="*/ 9659689 w 11233149"/>
              <a:gd name="connsiteY386" fmla="*/ 5483616 h 5483616"/>
              <a:gd name="connsiteX387" fmla="*/ 9640673 w 11233149"/>
              <a:gd name="connsiteY387" fmla="*/ 5483616 h 5483616"/>
              <a:gd name="connsiteX388" fmla="*/ 9489782 w 11233149"/>
              <a:gd name="connsiteY388" fmla="*/ 5332843 h 5483616"/>
              <a:gd name="connsiteX389" fmla="*/ 9339009 w 11233149"/>
              <a:gd name="connsiteY389" fmla="*/ 5483616 h 5483616"/>
              <a:gd name="connsiteX390" fmla="*/ 9319874 w 11233149"/>
              <a:gd name="connsiteY390" fmla="*/ 5483616 h 5483616"/>
              <a:gd name="connsiteX391" fmla="*/ 9480215 w 11233149"/>
              <a:gd name="connsiteY391" fmla="*/ 5323276 h 5483616"/>
              <a:gd name="connsiteX392" fmla="*/ 9127438 w 11233149"/>
              <a:gd name="connsiteY392" fmla="*/ 4970500 h 5483616"/>
              <a:gd name="connsiteX393" fmla="*/ 8774660 w 11233149"/>
              <a:gd name="connsiteY393" fmla="*/ 5323276 h 5483616"/>
              <a:gd name="connsiteX394" fmla="*/ 8935001 w 11233149"/>
              <a:gd name="connsiteY394" fmla="*/ 5483616 h 5483616"/>
              <a:gd name="connsiteX395" fmla="*/ 8915269 w 11233149"/>
              <a:gd name="connsiteY395" fmla="*/ 5483616 h 5483616"/>
              <a:gd name="connsiteX396" fmla="*/ 8765093 w 11233149"/>
              <a:gd name="connsiteY396" fmla="*/ 5333441 h 5483616"/>
              <a:gd name="connsiteX397" fmla="*/ 8614800 w 11233149"/>
              <a:gd name="connsiteY397" fmla="*/ 5483616 h 5483616"/>
              <a:gd name="connsiteX398" fmla="*/ 8594588 w 11233149"/>
              <a:gd name="connsiteY398" fmla="*/ 5483616 h 5483616"/>
              <a:gd name="connsiteX399" fmla="*/ 8754928 w 11233149"/>
              <a:gd name="connsiteY399" fmla="*/ 5323276 h 5483616"/>
              <a:gd name="connsiteX400" fmla="*/ 7980612 w 11233149"/>
              <a:gd name="connsiteY400" fmla="*/ 4548960 h 5483616"/>
              <a:gd name="connsiteX401" fmla="*/ 7206296 w 11233149"/>
              <a:gd name="connsiteY401" fmla="*/ 5323276 h 5483616"/>
              <a:gd name="connsiteX402" fmla="*/ 7366637 w 11233149"/>
              <a:gd name="connsiteY402" fmla="*/ 5483616 h 5483616"/>
              <a:gd name="connsiteX403" fmla="*/ 7347502 w 11233149"/>
              <a:gd name="connsiteY403" fmla="*/ 5483616 h 5483616"/>
              <a:gd name="connsiteX404" fmla="*/ 7196729 w 11233149"/>
              <a:gd name="connsiteY404" fmla="*/ 5332843 h 5483616"/>
              <a:gd name="connsiteX405" fmla="*/ 7045703 w 11233149"/>
              <a:gd name="connsiteY405" fmla="*/ 5483616 h 5483616"/>
              <a:gd name="connsiteX406" fmla="*/ 7026822 w 11233149"/>
              <a:gd name="connsiteY406" fmla="*/ 5483616 h 5483616"/>
              <a:gd name="connsiteX407" fmla="*/ 7187162 w 11233149"/>
              <a:gd name="connsiteY407" fmla="*/ 5323276 h 5483616"/>
              <a:gd name="connsiteX408" fmla="*/ 6834386 w 11233149"/>
              <a:gd name="connsiteY408" fmla="*/ 4970500 h 5483616"/>
              <a:gd name="connsiteX409" fmla="*/ 6481607 w 11233149"/>
              <a:gd name="connsiteY409" fmla="*/ 5323276 h 5483616"/>
              <a:gd name="connsiteX410" fmla="*/ 6641948 w 11233149"/>
              <a:gd name="connsiteY410" fmla="*/ 5483616 h 5483616"/>
              <a:gd name="connsiteX411" fmla="*/ 6622217 w 11233149"/>
              <a:gd name="connsiteY411" fmla="*/ 5483616 h 5483616"/>
              <a:gd name="connsiteX412" fmla="*/ 6472041 w 11233149"/>
              <a:gd name="connsiteY412" fmla="*/ 5333441 h 5483616"/>
              <a:gd name="connsiteX413" fmla="*/ 6321748 w 11233149"/>
              <a:gd name="connsiteY413" fmla="*/ 5483616 h 5483616"/>
              <a:gd name="connsiteX414" fmla="*/ 6301535 w 11233149"/>
              <a:gd name="connsiteY414" fmla="*/ 5483616 h 5483616"/>
              <a:gd name="connsiteX415" fmla="*/ 6461876 w 11233149"/>
              <a:gd name="connsiteY415" fmla="*/ 5323276 h 5483616"/>
              <a:gd name="connsiteX416" fmla="*/ 5687559 w 11233149"/>
              <a:gd name="connsiteY416" fmla="*/ 4548362 h 5483616"/>
              <a:gd name="connsiteX417" fmla="*/ 4913243 w 11233149"/>
              <a:gd name="connsiteY417" fmla="*/ 5323276 h 5483616"/>
              <a:gd name="connsiteX418" fmla="*/ 5073583 w 11233149"/>
              <a:gd name="connsiteY418" fmla="*/ 5483616 h 5483616"/>
              <a:gd name="connsiteX419" fmla="*/ 5053969 w 11233149"/>
              <a:gd name="connsiteY419" fmla="*/ 5483616 h 5483616"/>
              <a:gd name="connsiteX420" fmla="*/ 4903078 w 11233149"/>
              <a:gd name="connsiteY420" fmla="*/ 5332843 h 5483616"/>
              <a:gd name="connsiteX421" fmla="*/ 4752305 w 11233149"/>
              <a:gd name="connsiteY421" fmla="*/ 5483616 h 5483616"/>
              <a:gd name="connsiteX422" fmla="*/ 4733769 w 11233149"/>
              <a:gd name="connsiteY422" fmla="*/ 5483616 h 5483616"/>
              <a:gd name="connsiteX423" fmla="*/ 4894110 w 11233149"/>
              <a:gd name="connsiteY423" fmla="*/ 5323276 h 5483616"/>
              <a:gd name="connsiteX424" fmla="*/ 4541333 w 11233149"/>
              <a:gd name="connsiteY424" fmla="*/ 4970500 h 5483616"/>
              <a:gd name="connsiteX425" fmla="*/ 4188554 w 11233149"/>
              <a:gd name="connsiteY425" fmla="*/ 5323276 h 5483616"/>
              <a:gd name="connsiteX426" fmla="*/ 4348896 w 11233149"/>
              <a:gd name="connsiteY426" fmla="*/ 5483616 h 5483616"/>
              <a:gd name="connsiteX427" fmla="*/ 4328910 w 11233149"/>
              <a:gd name="connsiteY427" fmla="*/ 5483616 h 5483616"/>
              <a:gd name="connsiteX428" fmla="*/ 4178389 w 11233149"/>
              <a:gd name="connsiteY428" fmla="*/ 5332843 h 5483616"/>
              <a:gd name="connsiteX429" fmla="*/ 4027616 w 11233149"/>
              <a:gd name="connsiteY429" fmla="*/ 5483616 h 5483616"/>
              <a:gd name="connsiteX430" fmla="*/ 4008358 w 11233149"/>
              <a:gd name="connsiteY430" fmla="*/ 5483616 h 5483616"/>
              <a:gd name="connsiteX431" fmla="*/ 4168822 w 11233149"/>
              <a:gd name="connsiteY431" fmla="*/ 5323276 h 5483616"/>
              <a:gd name="connsiteX432" fmla="*/ 3394506 w 11233149"/>
              <a:gd name="connsiteY432" fmla="*/ 4548362 h 5483616"/>
              <a:gd name="connsiteX433" fmla="*/ 2619591 w 11233149"/>
              <a:gd name="connsiteY433" fmla="*/ 5323276 h 5483616"/>
              <a:gd name="connsiteX434" fmla="*/ 2779932 w 11233149"/>
              <a:gd name="connsiteY434" fmla="*/ 5483616 h 5483616"/>
              <a:gd name="connsiteX435" fmla="*/ 2760798 w 11233149"/>
              <a:gd name="connsiteY435" fmla="*/ 5483616 h 5483616"/>
              <a:gd name="connsiteX436" fmla="*/ 2610024 w 11233149"/>
              <a:gd name="connsiteY436" fmla="*/ 5332843 h 5483616"/>
              <a:gd name="connsiteX437" fmla="*/ 2458998 w 11233149"/>
              <a:gd name="connsiteY437" fmla="*/ 5483616 h 5483616"/>
              <a:gd name="connsiteX438" fmla="*/ 2440117 w 11233149"/>
              <a:gd name="connsiteY438" fmla="*/ 5483616 h 5483616"/>
              <a:gd name="connsiteX439" fmla="*/ 2600457 w 11233149"/>
              <a:gd name="connsiteY439" fmla="*/ 5323276 h 5483616"/>
              <a:gd name="connsiteX440" fmla="*/ 2247681 w 11233149"/>
              <a:gd name="connsiteY440" fmla="*/ 4970500 h 5483616"/>
              <a:gd name="connsiteX441" fmla="*/ 1894902 w 11233149"/>
              <a:gd name="connsiteY441" fmla="*/ 5323276 h 5483616"/>
              <a:gd name="connsiteX442" fmla="*/ 2055244 w 11233149"/>
              <a:gd name="connsiteY442" fmla="*/ 5483616 h 5483616"/>
              <a:gd name="connsiteX443" fmla="*/ 2035856 w 11233149"/>
              <a:gd name="connsiteY443" fmla="*/ 5483616 h 5483616"/>
              <a:gd name="connsiteX444" fmla="*/ 1885335 w 11233149"/>
              <a:gd name="connsiteY444" fmla="*/ 5332843 h 5483616"/>
              <a:gd name="connsiteX445" fmla="*/ 1734562 w 11233149"/>
              <a:gd name="connsiteY445" fmla="*/ 5483616 h 5483616"/>
              <a:gd name="connsiteX446" fmla="*/ 1714832 w 11233149"/>
              <a:gd name="connsiteY446" fmla="*/ 5483616 h 5483616"/>
              <a:gd name="connsiteX447" fmla="*/ 1875172 w 11233149"/>
              <a:gd name="connsiteY447" fmla="*/ 5323276 h 5483616"/>
              <a:gd name="connsiteX448" fmla="*/ 1100855 w 11233149"/>
              <a:gd name="connsiteY448" fmla="*/ 4548362 h 5483616"/>
              <a:gd name="connsiteX449" fmla="*/ 326538 w 11233149"/>
              <a:gd name="connsiteY449" fmla="*/ 5323276 h 5483616"/>
              <a:gd name="connsiteX450" fmla="*/ 486879 w 11233149"/>
              <a:gd name="connsiteY450" fmla="*/ 5483616 h 5483616"/>
              <a:gd name="connsiteX451" fmla="*/ 467264 w 11233149"/>
              <a:gd name="connsiteY451" fmla="*/ 5483616 h 5483616"/>
              <a:gd name="connsiteX452" fmla="*/ 316373 w 11233149"/>
              <a:gd name="connsiteY452" fmla="*/ 5332843 h 5483616"/>
              <a:gd name="connsiteX453" fmla="*/ 186534 w 11233149"/>
              <a:gd name="connsiteY453" fmla="*/ 5462683 h 5483616"/>
              <a:gd name="connsiteX454" fmla="*/ 176967 w 11233149"/>
              <a:gd name="connsiteY454" fmla="*/ 5453116 h 5483616"/>
              <a:gd name="connsiteX455" fmla="*/ 306806 w 11233149"/>
              <a:gd name="connsiteY455" fmla="*/ 5323276 h 5483616"/>
              <a:gd name="connsiteX456" fmla="*/ 0 w 11233149"/>
              <a:gd name="connsiteY456" fmla="*/ 5015960 h 5483616"/>
              <a:gd name="connsiteX457" fmla="*/ 0 w 11233149"/>
              <a:gd name="connsiteY457" fmla="*/ 4996739 h 5483616"/>
              <a:gd name="connsiteX458" fmla="*/ 316373 w 11233149"/>
              <a:gd name="connsiteY458" fmla="*/ 5313111 h 5483616"/>
              <a:gd name="connsiteX459" fmla="*/ 1084114 w 11233149"/>
              <a:gd name="connsiteY459" fmla="*/ 4545372 h 5483616"/>
              <a:gd name="connsiteX460" fmla="*/ 0 w 11233149"/>
              <a:gd name="connsiteY460" fmla="*/ 4545372 h 5483616"/>
              <a:gd name="connsiteX461" fmla="*/ 0 w 11233149"/>
              <a:gd name="connsiteY461" fmla="*/ 4531619 h 5483616"/>
              <a:gd name="connsiteX462" fmla="*/ 1084114 w 11233149"/>
              <a:gd name="connsiteY462" fmla="*/ 4531619 h 5483616"/>
              <a:gd name="connsiteX463" fmla="*/ 316373 w 11233149"/>
              <a:gd name="connsiteY463" fmla="*/ 3763881 h 5483616"/>
              <a:gd name="connsiteX464" fmla="*/ 0 w 11233149"/>
              <a:gd name="connsiteY464" fmla="*/ 4080787 h 5483616"/>
              <a:gd name="connsiteX465" fmla="*/ 0 w 11233149"/>
              <a:gd name="connsiteY465" fmla="*/ 4061120 h 5483616"/>
              <a:gd name="connsiteX466" fmla="*/ 306806 w 11233149"/>
              <a:gd name="connsiteY466" fmla="*/ 3754314 h 5483616"/>
              <a:gd name="connsiteX467" fmla="*/ 0 w 11233149"/>
              <a:gd name="connsiteY467" fmla="*/ 3447508 h 5483616"/>
              <a:gd name="connsiteX468" fmla="*/ 0 w 11233149"/>
              <a:gd name="connsiteY468" fmla="*/ 3427776 h 5483616"/>
              <a:gd name="connsiteX469" fmla="*/ 316373 w 11233149"/>
              <a:gd name="connsiteY469" fmla="*/ 3744149 h 5483616"/>
              <a:gd name="connsiteX470" fmla="*/ 1084114 w 11233149"/>
              <a:gd name="connsiteY470" fmla="*/ 2977008 h 5483616"/>
              <a:gd name="connsiteX471" fmla="*/ 0 w 11233149"/>
              <a:gd name="connsiteY471" fmla="*/ 2977008 h 5483616"/>
              <a:gd name="connsiteX472" fmla="*/ 0 w 11233149"/>
              <a:gd name="connsiteY472" fmla="*/ 2962657 h 5483616"/>
              <a:gd name="connsiteX473" fmla="*/ 1084114 w 11233149"/>
              <a:gd name="connsiteY473" fmla="*/ 2962657 h 5483616"/>
              <a:gd name="connsiteX474" fmla="*/ 316373 w 11233149"/>
              <a:gd name="connsiteY474" fmla="*/ 2195517 h 5483616"/>
              <a:gd name="connsiteX475" fmla="*/ 0 w 11233149"/>
              <a:gd name="connsiteY475" fmla="*/ 2511891 h 5483616"/>
              <a:gd name="connsiteX476" fmla="*/ 0 w 11233149"/>
              <a:gd name="connsiteY476" fmla="*/ 2492755 h 5483616"/>
              <a:gd name="connsiteX477" fmla="*/ 306806 w 11233149"/>
              <a:gd name="connsiteY477" fmla="*/ 2185950 h 5483616"/>
              <a:gd name="connsiteX478" fmla="*/ 0 w 11233149"/>
              <a:gd name="connsiteY478" fmla="*/ 1878633 h 5483616"/>
              <a:gd name="connsiteX479" fmla="*/ 0 w 11233149"/>
              <a:gd name="connsiteY479" fmla="*/ 1859412 h 5483616"/>
              <a:gd name="connsiteX480" fmla="*/ 316373 w 11233149"/>
              <a:gd name="connsiteY480" fmla="*/ 2175785 h 5483616"/>
              <a:gd name="connsiteX481" fmla="*/ 1084114 w 11233149"/>
              <a:gd name="connsiteY481" fmla="*/ 1408046 h 5483616"/>
              <a:gd name="connsiteX482" fmla="*/ 0 w 11233149"/>
              <a:gd name="connsiteY482" fmla="*/ 1408046 h 5483616"/>
              <a:gd name="connsiteX483" fmla="*/ 0 w 11233149"/>
              <a:gd name="connsiteY483" fmla="*/ 1394293 h 5483616"/>
              <a:gd name="connsiteX484" fmla="*/ 1084114 w 11233149"/>
              <a:gd name="connsiteY484" fmla="*/ 1394293 h 5483616"/>
              <a:gd name="connsiteX485" fmla="*/ 316373 w 11233149"/>
              <a:gd name="connsiteY485" fmla="*/ 626554 h 5483616"/>
              <a:gd name="connsiteX486" fmla="*/ 0 w 11233149"/>
              <a:gd name="connsiteY486" fmla="*/ 943460 h 5483616"/>
              <a:gd name="connsiteX487" fmla="*/ 0 w 11233149"/>
              <a:gd name="connsiteY487" fmla="*/ 923793 h 5483616"/>
              <a:gd name="connsiteX488" fmla="*/ 306806 w 11233149"/>
              <a:gd name="connsiteY488" fmla="*/ 616987 h 5483616"/>
              <a:gd name="connsiteX489" fmla="*/ 0 w 11233149"/>
              <a:gd name="connsiteY489" fmla="*/ 310182 h 5483616"/>
              <a:gd name="connsiteX490" fmla="*/ 0 w 11233149"/>
              <a:gd name="connsiteY490" fmla="*/ 290450 h 5483616"/>
              <a:gd name="connsiteX491" fmla="*/ 316373 w 11233149"/>
              <a:gd name="connsiteY491" fmla="*/ 606822 h 54836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</a:cxnLst>
            <a:rect l="l" t="t" r="r" b="b"/>
            <a:pathLst>
              <a:path w="11233149" h="5483616">
                <a:moveTo>
                  <a:pt x="7997354" y="4545970"/>
                </a:moveTo>
                <a:lnTo>
                  <a:pt x="8765093" y="5313111"/>
                </a:lnTo>
                <a:lnTo>
                  <a:pt x="9120262" y="4957943"/>
                </a:lnTo>
                <a:lnTo>
                  <a:pt x="9120262" y="4545970"/>
                </a:lnTo>
                <a:close/>
                <a:moveTo>
                  <a:pt x="5704301" y="4545970"/>
                </a:moveTo>
                <a:lnTo>
                  <a:pt x="6472041" y="5313111"/>
                </a:lnTo>
                <a:lnTo>
                  <a:pt x="6827210" y="4957943"/>
                </a:lnTo>
                <a:lnTo>
                  <a:pt x="6827210" y="4545970"/>
                </a:lnTo>
                <a:close/>
                <a:moveTo>
                  <a:pt x="3410650" y="4545970"/>
                </a:moveTo>
                <a:lnTo>
                  <a:pt x="4178389" y="5313111"/>
                </a:lnTo>
                <a:lnTo>
                  <a:pt x="4533558" y="4957943"/>
                </a:lnTo>
                <a:lnTo>
                  <a:pt x="4533558" y="4545970"/>
                </a:lnTo>
                <a:close/>
                <a:moveTo>
                  <a:pt x="1117597" y="4545970"/>
                </a:moveTo>
                <a:lnTo>
                  <a:pt x="1885335" y="5313111"/>
                </a:lnTo>
                <a:lnTo>
                  <a:pt x="2240505" y="4957943"/>
                </a:lnTo>
                <a:lnTo>
                  <a:pt x="2240505" y="4545970"/>
                </a:lnTo>
                <a:close/>
                <a:moveTo>
                  <a:pt x="9134612" y="4545372"/>
                </a:moveTo>
                <a:lnTo>
                  <a:pt x="9134612" y="4957943"/>
                </a:lnTo>
                <a:lnTo>
                  <a:pt x="9489782" y="5313111"/>
                </a:lnTo>
                <a:lnTo>
                  <a:pt x="10257521" y="4545372"/>
                </a:lnTo>
                <a:close/>
                <a:moveTo>
                  <a:pt x="6840963" y="4545372"/>
                </a:moveTo>
                <a:lnTo>
                  <a:pt x="6840963" y="4957943"/>
                </a:lnTo>
                <a:lnTo>
                  <a:pt x="7196130" y="5313111"/>
                </a:lnTo>
                <a:lnTo>
                  <a:pt x="7963870" y="4545372"/>
                </a:lnTo>
                <a:close/>
                <a:moveTo>
                  <a:pt x="4547910" y="4545372"/>
                </a:moveTo>
                <a:lnTo>
                  <a:pt x="4547910" y="4957943"/>
                </a:lnTo>
                <a:lnTo>
                  <a:pt x="4903078" y="5313111"/>
                </a:lnTo>
                <a:lnTo>
                  <a:pt x="5670817" y="4545372"/>
                </a:lnTo>
                <a:close/>
                <a:moveTo>
                  <a:pt x="2254258" y="4545372"/>
                </a:moveTo>
                <a:lnTo>
                  <a:pt x="2254258" y="4957943"/>
                </a:lnTo>
                <a:lnTo>
                  <a:pt x="2609426" y="5313111"/>
                </a:lnTo>
                <a:lnTo>
                  <a:pt x="3377167" y="4545372"/>
                </a:lnTo>
                <a:close/>
                <a:moveTo>
                  <a:pt x="8765093" y="3764479"/>
                </a:moveTo>
                <a:lnTo>
                  <a:pt x="7997354" y="4531619"/>
                </a:lnTo>
                <a:lnTo>
                  <a:pt x="9120262" y="4531619"/>
                </a:lnTo>
                <a:lnTo>
                  <a:pt x="9120262" y="4119647"/>
                </a:lnTo>
                <a:close/>
                <a:moveTo>
                  <a:pt x="6472041" y="3764479"/>
                </a:moveTo>
                <a:lnTo>
                  <a:pt x="5704301" y="4531619"/>
                </a:lnTo>
                <a:lnTo>
                  <a:pt x="6827210" y="4531619"/>
                </a:lnTo>
                <a:lnTo>
                  <a:pt x="6827210" y="4119647"/>
                </a:lnTo>
                <a:close/>
                <a:moveTo>
                  <a:pt x="4178389" y="3764479"/>
                </a:moveTo>
                <a:lnTo>
                  <a:pt x="3410650" y="4531619"/>
                </a:lnTo>
                <a:lnTo>
                  <a:pt x="4533558" y="4531619"/>
                </a:lnTo>
                <a:lnTo>
                  <a:pt x="4533558" y="4119647"/>
                </a:lnTo>
                <a:close/>
                <a:moveTo>
                  <a:pt x="1885335" y="3764479"/>
                </a:moveTo>
                <a:lnTo>
                  <a:pt x="1117597" y="4531619"/>
                </a:lnTo>
                <a:lnTo>
                  <a:pt x="2240505" y="4531619"/>
                </a:lnTo>
                <a:lnTo>
                  <a:pt x="2240505" y="4119647"/>
                </a:lnTo>
                <a:close/>
                <a:moveTo>
                  <a:pt x="9489782" y="3763881"/>
                </a:moveTo>
                <a:lnTo>
                  <a:pt x="9134612" y="4119647"/>
                </a:lnTo>
                <a:lnTo>
                  <a:pt x="9134612" y="4531619"/>
                </a:lnTo>
                <a:lnTo>
                  <a:pt x="10257521" y="4531619"/>
                </a:lnTo>
                <a:close/>
                <a:moveTo>
                  <a:pt x="7196130" y="3763881"/>
                </a:moveTo>
                <a:lnTo>
                  <a:pt x="6840963" y="4119647"/>
                </a:lnTo>
                <a:lnTo>
                  <a:pt x="6840963" y="4531619"/>
                </a:lnTo>
                <a:lnTo>
                  <a:pt x="7963870" y="4531619"/>
                </a:lnTo>
                <a:close/>
                <a:moveTo>
                  <a:pt x="4903078" y="3763881"/>
                </a:moveTo>
                <a:lnTo>
                  <a:pt x="4547910" y="4119647"/>
                </a:lnTo>
                <a:lnTo>
                  <a:pt x="4547910" y="4531619"/>
                </a:lnTo>
                <a:lnTo>
                  <a:pt x="5670817" y="4531619"/>
                </a:lnTo>
                <a:close/>
                <a:moveTo>
                  <a:pt x="2610024" y="3763881"/>
                </a:moveTo>
                <a:lnTo>
                  <a:pt x="2254258" y="4119647"/>
                </a:lnTo>
                <a:lnTo>
                  <a:pt x="2254258" y="4531619"/>
                </a:lnTo>
                <a:lnTo>
                  <a:pt x="3377167" y="4531619"/>
                </a:lnTo>
                <a:close/>
                <a:moveTo>
                  <a:pt x="9127438" y="3401537"/>
                </a:moveTo>
                <a:lnTo>
                  <a:pt x="8774660" y="3754314"/>
                </a:lnTo>
                <a:lnTo>
                  <a:pt x="9127438" y="4107091"/>
                </a:lnTo>
                <a:lnTo>
                  <a:pt x="9480215" y="3754314"/>
                </a:lnTo>
                <a:close/>
                <a:moveTo>
                  <a:pt x="6834386" y="3401537"/>
                </a:moveTo>
                <a:lnTo>
                  <a:pt x="6481607" y="3754314"/>
                </a:lnTo>
                <a:lnTo>
                  <a:pt x="6834386" y="4107091"/>
                </a:lnTo>
                <a:lnTo>
                  <a:pt x="7187162" y="3754314"/>
                </a:lnTo>
                <a:close/>
                <a:moveTo>
                  <a:pt x="4541333" y="3401537"/>
                </a:moveTo>
                <a:lnTo>
                  <a:pt x="4188554" y="3754314"/>
                </a:lnTo>
                <a:lnTo>
                  <a:pt x="4541333" y="4107091"/>
                </a:lnTo>
                <a:lnTo>
                  <a:pt x="4894110" y="3754314"/>
                </a:lnTo>
                <a:close/>
                <a:moveTo>
                  <a:pt x="2247681" y="3401537"/>
                </a:moveTo>
                <a:lnTo>
                  <a:pt x="1894902" y="3754314"/>
                </a:lnTo>
                <a:lnTo>
                  <a:pt x="2247681" y="4107091"/>
                </a:lnTo>
                <a:lnTo>
                  <a:pt x="2600457" y="3754314"/>
                </a:lnTo>
                <a:close/>
                <a:moveTo>
                  <a:pt x="10274263" y="2979998"/>
                </a:moveTo>
                <a:lnTo>
                  <a:pt x="9499349" y="3754314"/>
                </a:lnTo>
                <a:lnTo>
                  <a:pt x="10273665" y="4528630"/>
                </a:lnTo>
                <a:lnTo>
                  <a:pt x="11048580" y="3754314"/>
                </a:lnTo>
                <a:close/>
                <a:moveTo>
                  <a:pt x="7981210" y="2979998"/>
                </a:moveTo>
                <a:lnTo>
                  <a:pt x="7206296" y="3754314"/>
                </a:lnTo>
                <a:lnTo>
                  <a:pt x="7980612" y="4528630"/>
                </a:lnTo>
                <a:lnTo>
                  <a:pt x="8755526" y="3754314"/>
                </a:lnTo>
                <a:close/>
                <a:moveTo>
                  <a:pt x="5687559" y="2979998"/>
                </a:moveTo>
                <a:lnTo>
                  <a:pt x="4913243" y="3754314"/>
                </a:lnTo>
                <a:lnTo>
                  <a:pt x="5687559" y="4529228"/>
                </a:lnTo>
                <a:lnTo>
                  <a:pt x="6461876" y="3754314"/>
                </a:lnTo>
                <a:close/>
                <a:moveTo>
                  <a:pt x="3394506" y="2979998"/>
                </a:moveTo>
                <a:lnTo>
                  <a:pt x="2619591" y="3754314"/>
                </a:lnTo>
                <a:lnTo>
                  <a:pt x="3393908" y="4528630"/>
                </a:lnTo>
                <a:lnTo>
                  <a:pt x="4168822" y="3754314"/>
                </a:lnTo>
                <a:close/>
                <a:moveTo>
                  <a:pt x="1100855" y="2979998"/>
                </a:moveTo>
                <a:lnTo>
                  <a:pt x="326538" y="3754314"/>
                </a:lnTo>
                <a:lnTo>
                  <a:pt x="1100855" y="4528630"/>
                </a:lnTo>
                <a:lnTo>
                  <a:pt x="1875768" y="3754314"/>
                </a:lnTo>
                <a:close/>
                <a:moveTo>
                  <a:pt x="9134612" y="2977008"/>
                </a:moveTo>
                <a:lnTo>
                  <a:pt x="9134612" y="3388980"/>
                </a:lnTo>
                <a:lnTo>
                  <a:pt x="9489782" y="3744149"/>
                </a:lnTo>
                <a:lnTo>
                  <a:pt x="10257521" y="2977008"/>
                </a:lnTo>
                <a:close/>
                <a:moveTo>
                  <a:pt x="7997354" y="2977008"/>
                </a:moveTo>
                <a:lnTo>
                  <a:pt x="8765093" y="3744747"/>
                </a:lnTo>
                <a:lnTo>
                  <a:pt x="9120262" y="3389578"/>
                </a:lnTo>
                <a:lnTo>
                  <a:pt x="9120262" y="2977008"/>
                </a:lnTo>
                <a:close/>
                <a:moveTo>
                  <a:pt x="6841559" y="2977008"/>
                </a:moveTo>
                <a:lnTo>
                  <a:pt x="6841559" y="3388980"/>
                </a:lnTo>
                <a:lnTo>
                  <a:pt x="6840963" y="3388980"/>
                </a:lnTo>
                <a:lnTo>
                  <a:pt x="7196130" y="3744149"/>
                </a:lnTo>
                <a:lnTo>
                  <a:pt x="7964468" y="2977008"/>
                </a:lnTo>
                <a:close/>
                <a:moveTo>
                  <a:pt x="5704301" y="2977008"/>
                </a:moveTo>
                <a:lnTo>
                  <a:pt x="6472041" y="3744747"/>
                </a:lnTo>
                <a:lnTo>
                  <a:pt x="6827210" y="3389578"/>
                </a:lnTo>
                <a:lnTo>
                  <a:pt x="6827210" y="2977008"/>
                </a:lnTo>
                <a:close/>
                <a:moveTo>
                  <a:pt x="4547910" y="2977008"/>
                </a:moveTo>
                <a:lnTo>
                  <a:pt x="4547910" y="3388980"/>
                </a:lnTo>
                <a:lnTo>
                  <a:pt x="4903078" y="3744149"/>
                </a:lnTo>
                <a:lnTo>
                  <a:pt x="5670817" y="2977008"/>
                </a:lnTo>
                <a:close/>
                <a:moveTo>
                  <a:pt x="3410650" y="2977008"/>
                </a:moveTo>
                <a:lnTo>
                  <a:pt x="4178389" y="3744747"/>
                </a:lnTo>
                <a:lnTo>
                  <a:pt x="4533558" y="3389578"/>
                </a:lnTo>
                <a:lnTo>
                  <a:pt x="4533558" y="2977008"/>
                </a:lnTo>
                <a:close/>
                <a:moveTo>
                  <a:pt x="2254258" y="2977008"/>
                </a:moveTo>
                <a:lnTo>
                  <a:pt x="2254258" y="3388980"/>
                </a:lnTo>
                <a:lnTo>
                  <a:pt x="2609426" y="3744149"/>
                </a:lnTo>
                <a:lnTo>
                  <a:pt x="3377764" y="2977008"/>
                </a:lnTo>
                <a:close/>
                <a:moveTo>
                  <a:pt x="1117597" y="2977008"/>
                </a:moveTo>
                <a:lnTo>
                  <a:pt x="1885335" y="3744747"/>
                </a:lnTo>
                <a:lnTo>
                  <a:pt x="2240505" y="3389578"/>
                </a:lnTo>
                <a:lnTo>
                  <a:pt x="2240505" y="2977008"/>
                </a:lnTo>
                <a:close/>
                <a:moveTo>
                  <a:pt x="8765093" y="2196115"/>
                </a:moveTo>
                <a:lnTo>
                  <a:pt x="7997354" y="2963255"/>
                </a:lnTo>
                <a:lnTo>
                  <a:pt x="9120262" y="2963255"/>
                </a:lnTo>
                <a:lnTo>
                  <a:pt x="9120262" y="2551283"/>
                </a:lnTo>
                <a:close/>
                <a:moveTo>
                  <a:pt x="6472041" y="2196115"/>
                </a:moveTo>
                <a:lnTo>
                  <a:pt x="5704301" y="2963255"/>
                </a:lnTo>
                <a:lnTo>
                  <a:pt x="6827210" y="2963255"/>
                </a:lnTo>
                <a:lnTo>
                  <a:pt x="6827210" y="2551283"/>
                </a:lnTo>
                <a:close/>
                <a:moveTo>
                  <a:pt x="4178389" y="2196115"/>
                </a:moveTo>
                <a:lnTo>
                  <a:pt x="3410650" y="2963255"/>
                </a:lnTo>
                <a:lnTo>
                  <a:pt x="4533558" y="2963255"/>
                </a:lnTo>
                <a:lnTo>
                  <a:pt x="4533558" y="2551283"/>
                </a:lnTo>
                <a:close/>
                <a:moveTo>
                  <a:pt x="1885335" y="2196115"/>
                </a:moveTo>
                <a:lnTo>
                  <a:pt x="1117597" y="2963255"/>
                </a:lnTo>
                <a:lnTo>
                  <a:pt x="2240505" y="2963255"/>
                </a:lnTo>
                <a:lnTo>
                  <a:pt x="2240505" y="2551283"/>
                </a:lnTo>
                <a:close/>
                <a:moveTo>
                  <a:pt x="4903078" y="2195517"/>
                </a:moveTo>
                <a:lnTo>
                  <a:pt x="4547910" y="2550686"/>
                </a:lnTo>
                <a:lnTo>
                  <a:pt x="4547910" y="2962657"/>
                </a:lnTo>
                <a:lnTo>
                  <a:pt x="5670817" y="2962657"/>
                </a:lnTo>
                <a:close/>
                <a:moveTo>
                  <a:pt x="2610024" y="2195517"/>
                </a:moveTo>
                <a:lnTo>
                  <a:pt x="2254258" y="2550686"/>
                </a:lnTo>
                <a:lnTo>
                  <a:pt x="2254258" y="2962657"/>
                </a:lnTo>
                <a:lnTo>
                  <a:pt x="3377167" y="2962657"/>
                </a:lnTo>
                <a:close/>
                <a:moveTo>
                  <a:pt x="9489782" y="2194919"/>
                </a:moveTo>
                <a:lnTo>
                  <a:pt x="9134612" y="2550686"/>
                </a:lnTo>
                <a:lnTo>
                  <a:pt x="9134612" y="2962657"/>
                </a:lnTo>
                <a:lnTo>
                  <a:pt x="10257521" y="2962657"/>
                </a:lnTo>
                <a:close/>
                <a:moveTo>
                  <a:pt x="7196130" y="2194919"/>
                </a:moveTo>
                <a:lnTo>
                  <a:pt x="6840963" y="2550686"/>
                </a:lnTo>
                <a:lnTo>
                  <a:pt x="6840963" y="2962657"/>
                </a:lnTo>
                <a:lnTo>
                  <a:pt x="7963870" y="2962657"/>
                </a:lnTo>
                <a:close/>
                <a:moveTo>
                  <a:pt x="9127438" y="1833173"/>
                </a:moveTo>
                <a:lnTo>
                  <a:pt x="8774660" y="2185950"/>
                </a:lnTo>
                <a:lnTo>
                  <a:pt x="9127438" y="2538727"/>
                </a:lnTo>
                <a:lnTo>
                  <a:pt x="9480215" y="2185950"/>
                </a:lnTo>
                <a:close/>
                <a:moveTo>
                  <a:pt x="6834386" y="1833173"/>
                </a:moveTo>
                <a:lnTo>
                  <a:pt x="6481607" y="2185950"/>
                </a:lnTo>
                <a:lnTo>
                  <a:pt x="6834386" y="2538727"/>
                </a:lnTo>
                <a:lnTo>
                  <a:pt x="7187162" y="2185950"/>
                </a:lnTo>
                <a:close/>
                <a:moveTo>
                  <a:pt x="4541333" y="1833173"/>
                </a:moveTo>
                <a:lnTo>
                  <a:pt x="4188554" y="2185950"/>
                </a:lnTo>
                <a:lnTo>
                  <a:pt x="4541333" y="2538727"/>
                </a:lnTo>
                <a:lnTo>
                  <a:pt x="4894110" y="2185950"/>
                </a:lnTo>
                <a:close/>
                <a:moveTo>
                  <a:pt x="2247681" y="1833173"/>
                </a:moveTo>
                <a:lnTo>
                  <a:pt x="1894902" y="2185950"/>
                </a:lnTo>
                <a:lnTo>
                  <a:pt x="2247681" y="2538727"/>
                </a:lnTo>
                <a:lnTo>
                  <a:pt x="2600457" y="2185950"/>
                </a:lnTo>
                <a:close/>
                <a:moveTo>
                  <a:pt x="10273665" y="1411634"/>
                </a:moveTo>
                <a:lnTo>
                  <a:pt x="9499349" y="2185950"/>
                </a:lnTo>
                <a:lnTo>
                  <a:pt x="10273665" y="2960266"/>
                </a:lnTo>
                <a:lnTo>
                  <a:pt x="11047981" y="2185950"/>
                </a:lnTo>
                <a:close/>
                <a:moveTo>
                  <a:pt x="7980612" y="1411634"/>
                </a:moveTo>
                <a:lnTo>
                  <a:pt x="7206296" y="2185950"/>
                </a:lnTo>
                <a:lnTo>
                  <a:pt x="7980612" y="2960266"/>
                </a:lnTo>
                <a:lnTo>
                  <a:pt x="8754928" y="2185950"/>
                </a:lnTo>
                <a:close/>
                <a:moveTo>
                  <a:pt x="5687559" y="1411035"/>
                </a:moveTo>
                <a:lnTo>
                  <a:pt x="4913243" y="2185950"/>
                </a:lnTo>
                <a:lnTo>
                  <a:pt x="5687559" y="2960266"/>
                </a:lnTo>
                <a:lnTo>
                  <a:pt x="6461876" y="2185950"/>
                </a:lnTo>
                <a:close/>
                <a:moveTo>
                  <a:pt x="3394506" y="1411035"/>
                </a:moveTo>
                <a:lnTo>
                  <a:pt x="2619591" y="2185950"/>
                </a:lnTo>
                <a:lnTo>
                  <a:pt x="3393908" y="2960266"/>
                </a:lnTo>
                <a:lnTo>
                  <a:pt x="4168822" y="2185950"/>
                </a:lnTo>
                <a:close/>
                <a:moveTo>
                  <a:pt x="1100855" y="1411035"/>
                </a:moveTo>
                <a:lnTo>
                  <a:pt x="326538" y="2185950"/>
                </a:lnTo>
                <a:lnTo>
                  <a:pt x="1100855" y="2960266"/>
                </a:lnTo>
                <a:lnTo>
                  <a:pt x="1875172" y="2185950"/>
                </a:lnTo>
                <a:close/>
                <a:moveTo>
                  <a:pt x="7997354" y="1408644"/>
                </a:moveTo>
                <a:lnTo>
                  <a:pt x="8765093" y="2175785"/>
                </a:lnTo>
                <a:lnTo>
                  <a:pt x="9120262" y="1820617"/>
                </a:lnTo>
                <a:lnTo>
                  <a:pt x="9120262" y="1408644"/>
                </a:lnTo>
                <a:close/>
                <a:moveTo>
                  <a:pt x="5704301" y="1408644"/>
                </a:moveTo>
                <a:lnTo>
                  <a:pt x="6472041" y="2175785"/>
                </a:lnTo>
                <a:lnTo>
                  <a:pt x="6827210" y="1820617"/>
                </a:lnTo>
                <a:lnTo>
                  <a:pt x="6827210" y="1408644"/>
                </a:lnTo>
                <a:close/>
                <a:moveTo>
                  <a:pt x="3410650" y="1408644"/>
                </a:moveTo>
                <a:lnTo>
                  <a:pt x="4178389" y="2175785"/>
                </a:lnTo>
                <a:lnTo>
                  <a:pt x="4533558" y="1820617"/>
                </a:lnTo>
                <a:lnTo>
                  <a:pt x="4533558" y="1408644"/>
                </a:lnTo>
                <a:close/>
                <a:moveTo>
                  <a:pt x="1117597" y="1408644"/>
                </a:moveTo>
                <a:lnTo>
                  <a:pt x="1885335" y="2175785"/>
                </a:lnTo>
                <a:lnTo>
                  <a:pt x="2240505" y="1820617"/>
                </a:lnTo>
                <a:lnTo>
                  <a:pt x="2240505" y="1408644"/>
                </a:lnTo>
                <a:close/>
                <a:moveTo>
                  <a:pt x="9134612" y="1408046"/>
                </a:moveTo>
                <a:lnTo>
                  <a:pt x="9134612" y="1820617"/>
                </a:lnTo>
                <a:lnTo>
                  <a:pt x="9489782" y="2175785"/>
                </a:lnTo>
                <a:lnTo>
                  <a:pt x="10257521" y="1408046"/>
                </a:lnTo>
                <a:close/>
                <a:moveTo>
                  <a:pt x="6840963" y="1408046"/>
                </a:moveTo>
                <a:lnTo>
                  <a:pt x="6840963" y="1820617"/>
                </a:lnTo>
                <a:lnTo>
                  <a:pt x="7196130" y="2175785"/>
                </a:lnTo>
                <a:lnTo>
                  <a:pt x="7963870" y="1408046"/>
                </a:lnTo>
                <a:close/>
                <a:moveTo>
                  <a:pt x="4547910" y="1408046"/>
                </a:moveTo>
                <a:lnTo>
                  <a:pt x="4547910" y="1820617"/>
                </a:lnTo>
                <a:lnTo>
                  <a:pt x="4903078" y="2175785"/>
                </a:lnTo>
                <a:lnTo>
                  <a:pt x="5670817" y="1408046"/>
                </a:lnTo>
                <a:close/>
                <a:moveTo>
                  <a:pt x="2254258" y="1408046"/>
                </a:moveTo>
                <a:lnTo>
                  <a:pt x="2254258" y="1820617"/>
                </a:lnTo>
                <a:lnTo>
                  <a:pt x="2609426" y="2175785"/>
                </a:lnTo>
                <a:lnTo>
                  <a:pt x="3377167" y="1408046"/>
                </a:lnTo>
                <a:close/>
                <a:moveTo>
                  <a:pt x="8765093" y="627152"/>
                </a:moveTo>
                <a:lnTo>
                  <a:pt x="7997354" y="1394293"/>
                </a:lnTo>
                <a:lnTo>
                  <a:pt x="9120262" y="1394293"/>
                </a:lnTo>
                <a:lnTo>
                  <a:pt x="9120262" y="982320"/>
                </a:lnTo>
                <a:close/>
                <a:moveTo>
                  <a:pt x="6472041" y="627152"/>
                </a:moveTo>
                <a:lnTo>
                  <a:pt x="5704301" y="1394293"/>
                </a:lnTo>
                <a:lnTo>
                  <a:pt x="6827210" y="1394293"/>
                </a:lnTo>
                <a:lnTo>
                  <a:pt x="6827210" y="982320"/>
                </a:lnTo>
                <a:close/>
                <a:moveTo>
                  <a:pt x="4178389" y="627152"/>
                </a:moveTo>
                <a:lnTo>
                  <a:pt x="3410650" y="1394293"/>
                </a:lnTo>
                <a:lnTo>
                  <a:pt x="4533558" y="1394293"/>
                </a:lnTo>
                <a:lnTo>
                  <a:pt x="4533558" y="982320"/>
                </a:lnTo>
                <a:close/>
                <a:moveTo>
                  <a:pt x="1885335" y="627152"/>
                </a:moveTo>
                <a:lnTo>
                  <a:pt x="1117597" y="1394293"/>
                </a:lnTo>
                <a:lnTo>
                  <a:pt x="2240505" y="1394293"/>
                </a:lnTo>
                <a:lnTo>
                  <a:pt x="2240505" y="982320"/>
                </a:lnTo>
                <a:close/>
                <a:moveTo>
                  <a:pt x="9489782" y="626554"/>
                </a:moveTo>
                <a:lnTo>
                  <a:pt x="9134612" y="982320"/>
                </a:lnTo>
                <a:lnTo>
                  <a:pt x="9134612" y="1394293"/>
                </a:lnTo>
                <a:lnTo>
                  <a:pt x="10257521" y="1394293"/>
                </a:lnTo>
                <a:close/>
                <a:moveTo>
                  <a:pt x="7196130" y="626554"/>
                </a:moveTo>
                <a:lnTo>
                  <a:pt x="6840963" y="982320"/>
                </a:lnTo>
                <a:lnTo>
                  <a:pt x="6840963" y="1394293"/>
                </a:lnTo>
                <a:lnTo>
                  <a:pt x="7963870" y="1394293"/>
                </a:lnTo>
                <a:close/>
                <a:moveTo>
                  <a:pt x="4903078" y="626554"/>
                </a:moveTo>
                <a:lnTo>
                  <a:pt x="4547910" y="982320"/>
                </a:lnTo>
                <a:lnTo>
                  <a:pt x="4547910" y="1394293"/>
                </a:lnTo>
                <a:lnTo>
                  <a:pt x="5670817" y="1394293"/>
                </a:lnTo>
                <a:close/>
                <a:moveTo>
                  <a:pt x="2610024" y="626554"/>
                </a:moveTo>
                <a:lnTo>
                  <a:pt x="2254258" y="982320"/>
                </a:lnTo>
                <a:lnTo>
                  <a:pt x="2254258" y="1394293"/>
                </a:lnTo>
                <a:lnTo>
                  <a:pt x="3377167" y="1394293"/>
                </a:lnTo>
                <a:close/>
                <a:moveTo>
                  <a:pt x="9127438" y="264210"/>
                </a:moveTo>
                <a:lnTo>
                  <a:pt x="8774660" y="616987"/>
                </a:lnTo>
                <a:lnTo>
                  <a:pt x="9127438" y="969764"/>
                </a:lnTo>
                <a:lnTo>
                  <a:pt x="9480215" y="616987"/>
                </a:lnTo>
                <a:close/>
                <a:moveTo>
                  <a:pt x="6834386" y="264210"/>
                </a:moveTo>
                <a:lnTo>
                  <a:pt x="6481607" y="616987"/>
                </a:lnTo>
                <a:lnTo>
                  <a:pt x="6834386" y="969764"/>
                </a:lnTo>
                <a:lnTo>
                  <a:pt x="7187162" y="616987"/>
                </a:lnTo>
                <a:close/>
                <a:moveTo>
                  <a:pt x="4541333" y="264210"/>
                </a:moveTo>
                <a:lnTo>
                  <a:pt x="4188554" y="616987"/>
                </a:lnTo>
                <a:lnTo>
                  <a:pt x="4541333" y="969764"/>
                </a:lnTo>
                <a:lnTo>
                  <a:pt x="4894110" y="616987"/>
                </a:lnTo>
                <a:close/>
                <a:moveTo>
                  <a:pt x="2247681" y="264210"/>
                </a:moveTo>
                <a:lnTo>
                  <a:pt x="1894902" y="616987"/>
                </a:lnTo>
                <a:lnTo>
                  <a:pt x="2247681" y="969764"/>
                </a:lnTo>
                <a:lnTo>
                  <a:pt x="2600457" y="616987"/>
                </a:lnTo>
                <a:close/>
                <a:moveTo>
                  <a:pt x="923669" y="0"/>
                </a:moveTo>
                <a:lnTo>
                  <a:pt x="943526" y="0"/>
                </a:lnTo>
                <a:lnTo>
                  <a:pt x="326538" y="616987"/>
                </a:lnTo>
                <a:lnTo>
                  <a:pt x="1100855" y="1391304"/>
                </a:lnTo>
                <a:lnTo>
                  <a:pt x="1875172" y="616987"/>
                </a:lnTo>
                <a:lnTo>
                  <a:pt x="1258184" y="0"/>
                </a:lnTo>
                <a:lnTo>
                  <a:pt x="1277915" y="0"/>
                </a:lnTo>
                <a:lnTo>
                  <a:pt x="1885335" y="607420"/>
                </a:lnTo>
                <a:lnTo>
                  <a:pt x="2240505" y="252251"/>
                </a:lnTo>
                <a:lnTo>
                  <a:pt x="2240505" y="0"/>
                </a:lnTo>
                <a:lnTo>
                  <a:pt x="2254258" y="0"/>
                </a:lnTo>
                <a:lnTo>
                  <a:pt x="2254258" y="251654"/>
                </a:lnTo>
                <a:lnTo>
                  <a:pt x="2609426" y="606822"/>
                </a:lnTo>
                <a:lnTo>
                  <a:pt x="3217195" y="0"/>
                </a:lnTo>
                <a:lnTo>
                  <a:pt x="3237055" y="0"/>
                </a:lnTo>
                <a:lnTo>
                  <a:pt x="2619591" y="616987"/>
                </a:lnTo>
                <a:lnTo>
                  <a:pt x="3393908" y="1391304"/>
                </a:lnTo>
                <a:lnTo>
                  <a:pt x="4168822" y="616987"/>
                </a:lnTo>
                <a:lnTo>
                  <a:pt x="3551835" y="0"/>
                </a:lnTo>
                <a:lnTo>
                  <a:pt x="3570969" y="0"/>
                </a:lnTo>
                <a:lnTo>
                  <a:pt x="4178389" y="607420"/>
                </a:lnTo>
                <a:lnTo>
                  <a:pt x="4533558" y="252251"/>
                </a:lnTo>
                <a:lnTo>
                  <a:pt x="4533558" y="0"/>
                </a:lnTo>
                <a:lnTo>
                  <a:pt x="4547910" y="0"/>
                </a:lnTo>
                <a:lnTo>
                  <a:pt x="4547910" y="251654"/>
                </a:lnTo>
                <a:lnTo>
                  <a:pt x="4903078" y="606822"/>
                </a:lnTo>
                <a:lnTo>
                  <a:pt x="5510374" y="0"/>
                </a:lnTo>
                <a:lnTo>
                  <a:pt x="5530230" y="0"/>
                </a:lnTo>
                <a:lnTo>
                  <a:pt x="4913243" y="616987"/>
                </a:lnTo>
                <a:lnTo>
                  <a:pt x="5687559" y="1391902"/>
                </a:lnTo>
                <a:lnTo>
                  <a:pt x="6461876" y="617585"/>
                </a:lnTo>
                <a:lnTo>
                  <a:pt x="5844767" y="0"/>
                </a:lnTo>
                <a:lnTo>
                  <a:pt x="5864620" y="0"/>
                </a:lnTo>
                <a:lnTo>
                  <a:pt x="6472041" y="607420"/>
                </a:lnTo>
                <a:lnTo>
                  <a:pt x="6827210" y="252251"/>
                </a:lnTo>
                <a:lnTo>
                  <a:pt x="6827210" y="0"/>
                </a:lnTo>
                <a:lnTo>
                  <a:pt x="6841559" y="0"/>
                </a:lnTo>
                <a:lnTo>
                  <a:pt x="6841559" y="251654"/>
                </a:lnTo>
                <a:lnTo>
                  <a:pt x="6840963" y="251654"/>
                </a:lnTo>
                <a:lnTo>
                  <a:pt x="7196130" y="606822"/>
                </a:lnTo>
                <a:lnTo>
                  <a:pt x="7803899" y="0"/>
                </a:lnTo>
                <a:lnTo>
                  <a:pt x="7823283" y="0"/>
                </a:lnTo>
                <a:lnTo>
                  <a:pt x="7206296" y="616987"/>
                </a:lnTo>
                <a:lnTo>
                  <a:pt x="7980612" y="1391304"/>
                </a:lnTo>
                <a:lnTo>
                  <a:pt x="8754928" y="616987"/>
                </a:lnTo>
                <a:lnTo>
                  <a:pt x="8137941" y="0"/>
                </a:lnTo>
                <a:lnTo>
                  <a:pt x="8157673" y="0"/>
                </a:lnTo>
                <a:lnTo>
                  <a:pt x="8765093" y="607420"/>
                </a:lnTo>
                <a:lnTo>
                  <a:pt x="9120262" y="252251"/>
                </a:lnTo>
                <a:lnTo>
                  <a:pt x="9120262" y="0"/>
                </a:lnTo>
                <a:lnTo>
                  <a:pt x="9134612" y="0"/>
                </a:lnTo>
                <a:lnTo>
                  <a:pt x="9134612" y="251654"/>
                </a:lnTo>
                <a:lnTo>
                  <a:pt x="9489782" y="606822"/>
                </a:lnTo>
                <a:lnTo>
                  <a:pt x="10097077" y="0"/>
                </a:lnTo>
                <a:lnTo>
                  <a:pt x="10116812" y="0"/>
                </a:lnTo>
                <a:lnTo>
                  <a:pt x="9499349" y="616987"/>
                </a:lnTo>
                <a:lnTo>
                  <a:pt x="10273665" y="1391304"/>
                </a:lnTo>
                <a:lnTo>
                  <a:pt x="11047981" y="616987"/>
                </a:lnTo>
                <a:lnTo>
                  <a:pt x="10431471" y="0"/>
                </a:lnTo>
                <a:lnTo>
                  <a:pt x="10451324" y="0"/>
                </a:lnTo>
                <a:lnTo>
                  <a:pt x="11058745" y="607420"/>
                </a:lnTo>
                <a:lnTo>
                  <a:pt x="11233149" y="433015"/>
                </a:lnTo>
                <a:lnTo>
                  <a:pt x="11233149" y="452150"/>
                </a:lnTo>
                <a:lnTo>
                  <a:pt x="11068312" y="616987"/>
                </a:lnTo>
                <a:lnTo>
                  <a:pt x="11233149" y="781825"/>
                </a:lnTo>
                <a:lnTo>
                  <a:pt x="11233149" y="801556"/>
                </a:lnTo>
                <a:lnTo>
                  <a:pt x="11058745" y="627152"/>
                </a:lnTo>
                <a:lnTo>
                  <a:pt x="10291005" y="1394293"/>
                </a:lnTo>
                <a:lnTo>
                  <a:pt x="11233149" y="1394293"/>
                </a:lnTo>
                <a:lnTo>
                  <a:pt x="11233149" y="1408644"/>
                </a:lnTo>
                <a:lnTo>
                  <a:pt x="10291005" y="1408644"/>
                </a:lnTo>
                <a:lnTo>
                  <a:pt x="11058745" y="2175785"/>
                </a:lnTo>
                <a:lnTo>
                  <a:pt x="11233149" y="2001381"/>
                </a:lnTo>
                <a:lnTo>
                  <a:pt x="11233149" y="2020514"/>
                </a:lnTo>
                <a:lnTo>
                  <a:pt x="11068312" y="2185352"/>
                </a:lnTo>
                <a:lnTo>
                  <a:pt x="11233149" y="2350189"/>
                </a:lnTo>
                <a:lnTo>
                  <a:pt x="11233149" y="2370519"/>
                </a:lnTo>
                <a:lnTo>
                  <a:pt x="11058745" y="2196115"/>
                </a:lnTo>
                <a:lnTo>
                  <a:pt x="10291005" y="2963255"/>
                </a:lnTo>
                <a:lnTo>
                  <a:pt x="11233149" y="2963255"/>
                </a:lnTo>
                <a:lnTo>
                  <a:pt x="11233149" y="2977008"/>
                </a:lnTo>
                <a:lnTo>
                  <a:pt x="10291005" y="2977008"/>
                </a:lnTo>
                <a:lnTo>
                  <a:pt x="11058745" y="3744747"/>
                </a:lnTo>
                <a:lnTo>
                  <a:pt x="11233149" y="3570342"/>
                </a:lnTo>
                <a:lnTo>
                  <a:pt x="11233149" y="3588878"/>
                </a:lnTo>
                <a:lnTo>
                  <a:pt x="11068312" y="3753716"/>
                </a:lnTo>
                <a:lnTo>
                  <a:pt x="11233149" y="3918554"/>
                </a:lnTo>
                <a:lnTo>
                  <a:pt x="11233149" y="3938883"/>
                </a:lnTo>
                <a:lnTo>
                  <a:pt x="11058745" y="3764479"/>
                </a:lnTo>
                <a:lnTo>
                  <a:pt x="10291005" y="4531619"/>
                </a:lnTo>
                <a:lnTo>
                  <a:pt x="11233149" y="4531619"/>
                </a:lnTo>
                <a:lnTo>
                  <a:pt x="11233149" y="4545970"/>
                </a:lnTo>
                <a:lnTo>
                  <a:pt x="10291005" y="4545970"/>
                </a:lnTo>
                <a:lnTo>
                  <a:pt x="11058745" y="5313111"/>
                </a:lnTo>
                <a:lnTo>
                  <a:pt x="11233149" y="5138707"/>
                </a:lnTo>
                <a:lnTo>
                  <a:pt x="11233149" y="5157242"/>
                </a:lnTo>
                <a:lnTo>
                  <a:pt x="11068312" y="5322079"/>
                </a:lnTo>
                <a:lnTo>
                  <a:pt x="11215689" y="5469458"/>
                </a:lnTo>
                <a:lnTo>
                  <a:pt x="11203117" y="5477812"/>
                </a:lnTo>
                <a:lnTo>
                  <a:pt x="11058745" y="5333441"/>
                </a:lnTo>
                <a:lnTo>
                  <a:pt x="10908452" y="5483616"/>
                </a:lnTo>
                <a:lnTo>
                  <a:pt x="10887641" y="5483616"/>
                </a:lnTo>
                <a:lnTo>
                  <a:pt x="11047981" y="5323276"/>
                </a:lnTo>
                <a:lnTo>
                  <a:pt x="10273665" y="4548960"/>
                </a:lnTo>
                <a:lnTo>
                  <a:pt x="9499349" y="5323276"/>
                </a:lnTo>
                <a:lnTo>
                  <a:pt x="9659689" y="5483616"/>
                </a:lnTo>
                <a:lnTo>
                  <a:pt x="9640673" y="5483616"/>
                </a:lnTo>
                <a:lnTo>
                  <a:pt x="9489782" y="5332843"/>
                </a:lnTo>
                <a:lnTo>
                  <a:pt x="9339009" y="5483616"/>
                </a:lnTo>
                <a:lnTo>
                  <a:pt x="9319874" y="5483616"/>
                </a:lnTo>
                <a:lnTo>
                  <a:pt x="9480215" y="5323276"/>
                </a:lnTo>
                <a:lnTo>
                  <a:pt x="9127438" y="4970500"/>
                </a:lnTo>
                <a:lnTo>
                  <a:pt x="8774660" y="5323276"/>
                </a:lnTo>
                <a:lnTo>
                  <a:pt x="8935001" y="5483616"/>
                </a:lnTo>
                <a:lnTo>
                  <a:pt x="8915269" y="5483616"/>
                </a:lnTo>
                <a:lnTo>
                  <a:pt x="8765093" y="5333441"/>
                </a:lnTo>
                <a:lnTo>
                  <a:pt x="8614800" y="5483616"/>
                </a:lnTo>
                <a:lnTo>
                  <a:pt x="8594588" y="5483616"/>
                </a:lnTo>
                <a:lnTo>
                  <a:pt x="8754928" y="5323276"/>
                </a:lnTo>
                <a:lnTo>
                  <a:pt x="7980612" y="4548960"/>
                </a:lnTo>
                <a:lnTo>
                  <a:pt x="7206296" y="5323276"/>
                </a:lnTo>
                <a:lnTo>
                  <a:pt x="7366637" y="5483616"/>
                </a:lnTo>
                <a:lnTo>
                  <a:pt x="7347502" y="5483616"/>
                </a:lnTo>
                <a:lnTo>
                  <a:pt x="7196729" y="5332843"/>
                </a:lnTo>
                <a:lnTo>
                  <a:pt x="7045703" y="5483616"/>
                </a:lnTo>
                <a:lnTo>
                  <a:pt x="7026822" y="5483616"/>
                </a:lnTo>
                <a:lnTo>
                  <a:pt x="7187162" y="5323276"/>
                </a:lnTo>
                <a:lnTo>
                  <a:pt x="6834386" y="4970500"/>
                </a:lnTo>
                <a:lnTo>
                  <a:pt x="6481607" y="5323276"/>
                </a:lnTo>
                <a:lnTo>
                  <a:pt x="6641948" y="5483616"/>
                </a:lnTo>
                <a:lnTo>
                  <a:pt x="6622217" y="5483616"/>
                </a:lnTo>
                <a:lnTo>
                  <a:pt x="6472041" y="5333441"/>
                </a:lnTo>
                <a:lnTo>
                  <a:pt x="6321748" y="5483616"/>
                </a:lnTo>
                <a:lnTo>
                  <a:pt x="6301535" y="5483616"/>
                </a:lnTo>
                <a:lnTo>
                  <a:pt x="6461876" y="5323276"/>
                </a:lnTo>
                <a:lnTo>
                  <a:pt x="5687559" y="4548362"/>
                </a:lnTo>
                <a:lnTo>
                  <a:pt x="4913243" y="5323276"/>
                </a:lnTo>
                <a:lnTo>
                  <a:pt x="5073583" y="5483616"/>
                </a:lnTo>
                <a:lnTo>
                  <a:pt x="5053969" y="5483616"/>
                </a:lnTo>
                <a:lnTo>
                  <a:pt x="4903078" y="5332843"/>
                </a:lnTo>
                <a:lnTo>
                  <a:pt x="4752305" y="5483616"/>
                </a:lnTo>
                <a:lnTo>
                  <a:pt x="4733769" y="5483616"/>
                </a:lnTo>
                <a:lnTo>
                  <a:pt x="4894110" y="5323276"/>
                </a:lnTo>
                <a:lnTo>
                  <a:pt x="4541333" y="4970500"/>
                </a:lnTo>
                <a:lnTo>
                  <a:pt x="4188554" y="5323276"/>
                </a:lnTo>
                <a:lnTo>
                  <a:pt x="4348896" y="5483616"/>
                </a:lnTo>
                <a:lnTo>
                  <a:pt x="4328910" y="5483616"/>
                </a:lnTo>
                <a:lnTo>
                  <a:pt x="4178389" y="5332843"/>
                </a:lnTo>
                <a:lnTo>
                  <a:pt x="4027616" y="5483616"/>
                </a:lnTo>
                <a:lnTo>
                  <a:pt x="4008358" y="5483616"/>
                </a:lnTo>
                <a:lnTo>
                  <a:pt x="4168822" y="5323276"/>
                </a:lnTo>
                <a:lnTo>
                  <a:pt x="3394506" y="4548362"/>
                </a:lnTo>
                <a:lnTo>
                  <a:pt x="2619591" y="5323276"/>
                </a:lnTo>
                <a:lnTo>
                  <a:pt x="2779932" y="5483616"/>
                </a:lnTo>
                <a:lnTo>
                  <a:pt x="2760798" y="5483616"/>
                </a:lnTo>
                <a:lnTo>
                  <a:pt x="2610024" y="5332843"/>
                </a:lnTo>
                <a:lnTo>
                  <a:pt x="2458998" y="5483616"/>
                </a:lnTo>
                <a:lnTo>
                  <a:pt x="2440117" y="5483616"/>
                </a:lnTo>
                <a:lnTo>
                  <a:pt x="2600457" y="5323276"/>
                </a:lnTo>
                <a:lnTo>
                  <a:pt x="2247681" y="4970500"/>
                </a:lnTo>
                <a:lnTo>
                  <a:pt x="1894902" y="5323276"/>
                </a:lnTo>
                <a:lnTo>
                  <a:pt x="2055244" y="5483616"/>
                </a:lnTo>
                <a:lnTo>
                  <a:pt x="2035856" y="5483616"/>
                </a:lnTo>
                <a:lnTo>
                  <a:pt x="1885335" y="5332843"/>
                </a:lnTo>
                <a:lnTo>
                  <a:pt x="1734562" y="5483616"/>
                </a:lnTo>
                <a:lnTo>
                  <a:pt x="1714832" y="5483616"/>
                </a:lnTo>
                <a:lnTo>
                  <a:pt x="1875172" y="5323276"/>
                </a:lnTo>
                <a:lnTo>
                  <a:pt x="1100855" y="4548362"/>
                </a:lnTo>
                <a:lnTo>
                  <a:pt x="326538" y="5323276"/>
                </a:lnTo>
                <a:lnTo>
                  <a:pt x="486879" y="5483616"/>
                </a:lnTo>
                <a:lnTo>
                  <a:pt x="467264" y="5483616"/>
                </a:lnTo>
                <a:lnTo>
                  <a:pt x="316373" y="5332843"/>
                </a:lnTo>
                <a:lnTo>
                  <a:pt x="186534" y="5462683"/>
                </a:lnTo>
                <a:lnTo>
                  <a:pt x="176967" y="5453116"/>
                </a:lnTo>
                <a:lnTo>
                  <a:pt x="306806" y="5323276"/>
                </a:lnTo>
                <a:lnTo>
                  <a:pt x="0" y="5015960"/>
                </a:lnTo>
                <a:lnTo>
                  <a:pt x="0" y="4996739"/>
                </a:lnTo>
                <a:lnTo>
                  <a:pt x="316373" y="5313111"/>
                </a:lnTo>
                <a:lnTo>
                  <a:pt x="1084114" y="4545372"/>
                </a:lnTo>
                <a:lnTo>
                  <a:pt x="0" y="4545372"/>
                </a:lnTo>
                <a:lnTo>
                  <a:pt x="0" y="4531619"/>
                </a:lnTo>
                <a:lnTo>
                  <a:pt x="1084114" y="4531619"/>
                </a:lnTo>
                <a:lnTo>
                  <a:pt x="316373" y="3763881"/>
                </a:lnTo>
                <a:lnTo>
                  <a:pt x="0" y="4080787"/>
                </a:lnTo>
                <a:lnTo>
                  <a:pt x="0" y="4061120"/>
                </a:lnTo>
                <a:lnTo>
                  <a:pt x="306806" y="3754314"/>
                </a:lnTo>
                <a:lnTo>
                  <a:pt x="0" y="3447508"/>
                </a:lnTo>
                <a:lnTo>
                  <a:pt x="0" y="3427776"/>
                </a:lnTo>
                <a:lnTo>
                  <a:pt x="316373" y="3744149"/>
                </a:lnTo>
                <a:lnTo>
                  <a:pt x="1084114" y="2977008"/>
                </a:lnTo>
                <a:lnTo>
                  <a:pt x="0" y="2977008"/>
                </a:lnTo>
                <a:lnTo>
                  <a:pt x="0" y="2962657"/>
                </a:lnTo>
                <a:lnTo>
                  <a:pt x="1084114" y="2962657"/>
                </a:lnTo>
                <a:lnTo>
                  <a:pt x="316373" y="2195517"/>
                </a:lnTo>
                <a:lnTo>
                  <a:pt x="0" y="2511891"/>
                </a:lnTo>
                <a:lnTo>
                  <a:pt x="0" y="2492755"/>
                </a:lnTo>
                <a:lnTo>
                  <a:pt x="306806" y="2185950"/>
                </a:lnTo>
                <a:lnTo>
                  <a:pt x="0" y="1878633"/>
                </a:lnTo>
                <a:lnTo>
                  <a:pt x="0" y="1859412"/>
                </a:lnTo>
                <a:lnTo>
                  <a:pt x="316373" y="2175785"/>
                </a:lnTo>
                <a:lnTo>
                  <a:pt x="1084114" y="1408046"/>
                </a:lnTo>
                <a:lnTo>
                  <a:pt x="0" y="1408046"/>
                </a:lnTo>
                <a:lnTo>
                  <a:pt x="0" y="1394293"/>
                </a:lnTo>
                <a:lnTo>
                  <a:pt x="1084114" y="1394293"/>
                </a:lnTo>
                <a:lnTo>
                  <a:pt x="316373" y="626554"/>
                </a:lnTo>
                <a:lnTo>
                  <a:pt x="0" y="943460"/>
                </a:lnTo>
                <a:lnTo>
                  <a:pt x="0" y="923793"/>
                </a:lnTo>
                <a:lnTo>
                  <a:pt x="306806" y="616987"/>
                </a:lnTo>
                <a:lnTo>
                  <a:pt x="0" y="310182"/>
                </a:lnTo>
                <a:lnTo>
                  <a:pt x="0" y="290450"/>
                </a:lnTo>
                <a:lnTo>
                  <a:pt x="316373" y="606822"/>
                </a:lnTo>
                <a:close/>
              </a:path>
            </a:pathLst>
          </a:custGeom>
          <a:gradFill>
            <a:gsLst>
              <a:gs pos="0">
                <a:srgbClr val="CCCED2">
                  <a:alpha val="17000"/>
                </a:srgbClr>
              </a:gs>
              <a:gs pos="23000">
                <a:srgbClr val="CCCED2">
                  <a:alpha val="7493"/>
                </a:srgbClr>
              </a:gs>
              <a:gs pos="75024">
                <a:srgbClr val="CCCED2">
                  <a:alpha val="9000"/>
                </a:srgbClr>
              </a:gs>
              <a:gs pos="49000">
                <a:srgbClr val="CCCED2">
                  <a:alpha val="17000"/>
                </a:srgbClr>
              </a:gs>
              <a:gs pos="100000">
                <a:srgbClr val="CCCED2">
                  <a:alpha val="17000"/>
                </a:srgbClr>
              </a:gs>
            </a:gsLst>
            <a:lin ang="5400000" scaled="1"/>
          </a:gradFill>
          <a:ln w="4048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ru-RU" b="0" i="0" dirty="0">
              <a:latin typeface="Onest" pitchFamily="2" charset="0"/>
            </a:endParaRPr>
          </a:p>
        </p:txBody>
      </p:sp>
      <p:sp>
        <p:nvSpPr>
          <p:cNvPr id="28" name="Скругленный прямоугольник 27">
            <a:extLst>
              <a:ext uri="{FF2B5EF4-FFF2-40B4-BE49-F238E27FC236}">
                <a16:creationId xmlns:a16="http://schemas.microsoft.com/office/drawing/2014/main" id="{92A9DFA8-88C0-7872-4F1C-789AD5D2D053}"/>
              </a:ext>
            </a:extLst>
          </p:cNvPr>
          <p:cNvSpPr/>
          <p:nvPr userDrawn="1"/>
        </p:nvSpPr>
        <p:spPr>
          <a:xfrm>
            <a:off x="479425" y="333375"/>
            <a:ext cx="11233150" cy="565527"/>
          </a:xfrm>
          <a:prstGeom prst="roundRect">
            <a:avLst>
              <a:gd name="adj" fmla="val 923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0" i="0" dirty="0">
              <a:latin typeface="Onest" pitchFamily="2" charset="0"/>
            </a:endParaRPr>
          </a:p>
        </p:txBody>
      </p:sp>
      <p:sp>
        <p:nvSpPr>
          <p:cNvPr id="71" name="Текст 69">
            <a:extLst>
              <a:ext uri="{FF2B5EF4-FFF2-40B4-BE49-F238E27FC236}">
                <a16:creationId xmlns:a16="http://schemas.microsoft.com/office/drawing/2014/main" id="{4FA0A09C-AB7B-4C4A-150F-A76CA98F4EE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52239" y="477639"/>
            <a:ext cx="7264616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lvl1pPr>
              <a:lnSpc>
                <a:spcPct val="100000"/>
              </a:lnSpc>
              <a:buNone/>
              <a:defRPr lang="ru-RU" sz="1200" smtClean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lang="ru-RU" sz="1800" smtClean="0"/>
            </a:lvl2pPr>
            <a:lvl3pPr>
              <a:defRPr lang="ru-RU" sz="1800" smtClean="0"/>
            </a:lvl3pPr>
            <a:lvl4pPr>
              <a:defRPr lang="ru-RU" smtClean="0"/>
            </a:lvl4pPr>
            <a:lvl5pPr>
              <a:defRPr lang="ru-RU"/>
            </a:lvl5pPr>
          </a:lstStyle>
          <a:p>
            <a:pPr marL="0" lvl="0"/>
            <a:r>
              <a:rPr lang="ru-RU" dirty="0"/>
              <a:t>Образец текста</a:t>
            </a:r>
          </a:p>
        </p:txBody>
      </p:sp>
      <p:sp>
        <p:nvSpPr>
          <p:cNvPr id="3" name="Заголовок 12">
            <a:extLst>
              <a:ext uri="{FF2B5EF4-FFF2-40B4-BE49-F238E27FC236}">
                <a16:creationId xmlns:a16="http://schemas.microsoft.com/office/drawing/2014/main" id="{BDE2442B-FD74-25AB-382F-89DE0E2A6A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8401" y="2186660"/>
            <a:ext cx="7677150" cy="1421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ru-RU" sz="4800" b="1" spc="300" dirty="0">
                <a:solidFill>
                  <a:srgbClr val="EE0022"/>
                </a:solidFill>
                <a:latin typeface="Arial Black" panose="020B0A04020102020204" pitchFamily="34" charset="0"/>
                <a:ea typeface="+mn-ea"/>
                <a:cs typeface="+mn-cs"/>
              </a:defRPr>
            </a:lvl1pPr>
          </a:lstStyle>
          <a:p>
            <a:pPr marL="0" lvl="0"/>
            <a:r>
              <a:rPr lang="ru-RU" dirty="0"/>
              <a:t>ОБРАЗЕЦ ЗАГОЛОВКА</a:t>
            </a:r>
          </a:p>
        </p:txBody>
      </p:sp>
      <p:sp>
        <p:nvSpPr>
          <p:cNvPr id="4" name="Текст 16">
            <a:extLst>
              <a:ext uri="{FF2B5EF4-FFF2-40B4-BE49-F238E27FC236}">
                <a16:creationId xmlns:a16="http://schemas.microsoft.com/office/drawing/2014/main" id="{86CB0242-6259-4714-9E21-5D1526990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58401" y="4532820"/>
            <a:ext cx="7677149" cy="3784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buNone/>
              <a:defRPr lang="ru-RU" sz="2000" dirty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buNone/>
              <a:defRPr lang="ru-RU" sz="1800" smtClean="0"/>
            </a:lvl2pPr>
            <a:lvl3pPr>
              <a:buNone/>
              <a:defRPr lang="ru-RU" sz="1800" smtClean="0"/>
            </a:lvl3pPr>
            <a:lvl4pPr>
              <a:buNone/>
              <a:defRPr lang="ru-RU" smtClean="0"/>
            </a:lvl4pPr>
            <a:lvl5pPr>
              <a:buNone/>
              <a:defRPr lang="ru-RU"/>
            </a:lvl5pPr>
          </a:lstStyle>
          <a:p>
            <a:pPr marL="0" lvl="0" indent="15875">
              <a:buNone/>
              <a:tabLst/>
            </a:pPr>
            <a:r>
              <a:rPr lang="ru-RU" dirty="0"/>
              <a:t>Образец текста</a:t>
            </a:r>
          </a:p>
        </p:txBody>
      </p:sp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788" y="491173"/>
            <a:ext cx="1742047" cy="252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512891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4110" userDrawn="1">
          <p15:clr>
            <a:srgbClr val="FBAE40"/>
          </p15:clr>
        </p15:guide>
        <p15:guide id="2" pos="302" userDrawn="1">
          <p15:clr>
            <a:srgbClr val="FBAE40"/>
          </p15:clr>
        </p15:guide>
        <p15:guide id="3" pos="7378" userDrawn="1">
          <p15:clr>
            <a:srgbClr val="FBAE40"/>
          </p15:clr>
        </p15:guide>
        <p15:guide id="4" orient="horz" pos="958" userDrawn="1">
          <p15:clr>
            <a:srgbClr val="FBAE40"/>
          </p15:clr>
        </p15:guide>
        <p15:guide id="5" orient="horz" pos="255" userDrawn="1">
          <p15:clr>
            <a:srgbClr val="FBAE40"/>
          </p15:clr>
        </p15:guide>
        <p15:guide id="6" orient="horz" pos="731" userDrawn="1">
          <p15:clr>
            <a:srgbClr val="FBAE40"/>
          </p15:clr>
        </p15:guide>
        <p15:guide id="7" pos="619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Пользовательский макет">
    <p:bg>
      <p:bgPr>
        <a:solidFill>
          <a:srgbClr val="E3E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олилиния 4">
            <a:extLst>
              <a:ext uri="{FF2B5EF4-FFF2-40B4-BE49-F238E27FC236}">
                <a16:creationId xmlns:a16="http://schemas.microsoft.com/office/drawing/2014/main" id="{60712AE6-E7F9-64A4-E749-646423448BD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9394542 w 12192000"/>
              <a:gd name="connsiteY0" fmla="*/ 5803961 h 6858000"/>
              <a:gd name="connsiteX1" fmla="*/ 8571669 w 12192000"/>
              <a:gd name="connsiteY1" fmla="*/ 6626193 h 6858000"/>
              <a:gd name="connsiteX2" fmla="*/ 9775217 w 12192000"/>
              <a:gd name="connsiteY2" fmla="*/ 6626193 h 6858000"/>
              <a:gd name="connsiteX3" fmla="*/ 9775217 w 12192000"/>
              <a:gd name="connsiteY3" fmla="*/ 6184635 h 6858000"/>
              <a:gd name="connsiteX4" fmla="*/ 6936818 w 12192000"/>
              <a:gd name="connsiteY4" fmla="*/ 5803961 h 6858000"/>
              <a:gd name="connsiteX5" fmla="*/ 6113945 w 12192000"/>
              <a:gd name="connsiteY5" fmla="*/ 6626193 h 6858000"/>
              <a:gd name="connsiteX6" fmla="*/ 7317493 w 12192000"/>
              <a:gd name="connsiteY6" fmla="*/ 6626193 h 6858000"/>
              <a:gd name="connsiteX7" fmla="*/ 7317493 w 12192000"/>
              <a:gd name="connsiteY7" fmla="*/ 6184635 h 6858000"/>
              <a:gd name="connsiteX8" fmla="*/ 10171273 w 12192000"/>
              <a:gd name="connsiteY8" fmla="*/ 5803320 h 6858000"/>
              <a:gd name="connsiteX9" fmla="*/ 9790597 w 12192000"/>
              <a:gd name="connsiteY9" fmla="*/ 6183996 h 6858000"/>
              <a:gd name="connsiteX10" fmla="*/ 9790597 w 12192000"/>
              <a:gd name="connsiteY10" fmla="*/ 6625553 h 6858000"/>
              <a:gd name="connsiteX11" fmla="*/ 10994146 w 12192000"/>
              <a:gd name="connsiteY11" fmla="*/ 6625553 h 6858000"/>
              <a:gd name="connsiteX12" fmla="*/ 7713549 w 12192000"/>
              <a:gd name="connsiteY12" fmla="*/ 5803320 h 6858000"/>
              <a:gd name="connsiteX13" fmla="*/ 7332234 w 12192000"/>
              <a:gd name="connsiteY13" fmla="*/ 6183996 h 6858000"/>
              <a:gd name="connsiteX14" fmla="*/ 7332234 w 12192000"/>
              <a:gd name="connsiteY14" fmla="*/ 6625553 h 6858000"/>
              <a:gd name="connsiteX15" fmla="*/ 8535780 w 12192000"/>
              <a:gd name="connsiteY15" fmla="*/ 6625553 h 6858000"/>
              <a:gd name="connsiteX16" fmla="*/ 5255183 w 12192000"/>
              <a:gd name="connsiteY16" fmla="*/ 5803320 h 6858000"/>
              <a:gd name="connsiteX17" fmla="*/ 4874509 w 12192000"/>
              <a:gd name="connsiteY17" fmla="*/ 6183996 h 6858000"/>
              <a:gd name="connsiteX18" fmla="*/ 4874509 w 12192000"/>
              <a:gd name="connsiteY18" fmla="*/ 6625553 h 6858000"/>
              <a:gd name="connsiteX19" fmla="*/ 6078056 w 12192000"/>
              <a:gd name="connsiteY19" fmla="*/ 6625553 h 6858000"/>
              <a:gd name="connsiteX20" fmla="*/ 4478452 w 12192000"/>
              <a:gd name="connsiteY20" fmla="*/ 5803320 h 6858000"/>
              <a:gd name="connsiteX21" fmla="*/ 3655579 w 12192000"/>
              <a:gd name="connsiteY21" fmla="*/ 6626193 h 6858000"/>
              <a:gd name="connsiteX22" fmla="*/ 4859127 w 12192000"/>
              <a:gd name="connsiteY22" fmla="*/ 6626193 h 6858000"/>
              <a:gd name="connsiteX23" fmla="*/ 4859127 w 12192000"/>
              <a:gd name="connsiteY23" fmla="*/ 6184635 h 6858000"/>
              <a:gd name="connsiteX24" fmla="*/ 2797458 w 12192000"/>
              <a:gd name="connsiteY24" fmla="*/ 5803320 h 6858000"/>
              <a:gd name="connsiteX25" fmla="*/ 2416143 w 12192000"/>
              <a:gd name="connsiteY25" fmla="*/ 6183996 h 6858000"/>
              <a:gd name="connsiteX26" fmla="*/ 2416143 w 12192000"/>
              <a:gd name="connsiteY26" fmla="*/ 6625553 h 6858000"/>
              <a:gd name="connsiteX27" fmla="*/ 3619692 w 12192000"/>
              <a:gd name="connsiteY27" fmla="*/ 6625553 h 6858000"/>
              <a:gd name="connsiteX28" fmla="*/ 2020727 w 12192000"/>
              <a:gd name="connsiteY28" fmla="*/ 5803320 h 6858000"/>
              <a:gd name="connsiteX29" fmla="*/ 1197855 w 12192000"/>
              <a:gd name="connsiteY29" fmla="*/ 6626193 h 6858000"/>
              <a:gd name="connsiteX30" fmla="*/ 2401403 w 12192000"/>
              <a:gd name="connsiteY30" fmla="*/ 6626193 h 6858000"/>
              <a:gd name="connsiteX31" fmla="*/ 2401403 w 12192000"/>
              <a:gd name="connsiteY31" fmla="*/ 6184635 h 6858000"/>
              <a:gd name="connsiteX32" fmla="*/ 9782908 w 12192000"/>
              <a:gd name="connsiteY32" fmla="*/ 5414956 h 6858000"/>
              <a:gd name="connsiteX33" fmla="*/ 9404796 w 12192000"/>
              <a:gd name="connsiteY33" fmla="*/ 5793066 h 6858000"/>
              <a:gd name="connsiteX34" fmla="*/ 9782908 w 12192000"/>
              <a:gd name="connsiteY34" fmla="*/ 6171177 h 6858000"/>
              <a:gd name="connsiteX35" fmla="*/ 10161019 w 12192000"/>
              <a:gd name="connsiteY35" fmla="*/ 5793066 h 6858000"/>
              <a:gd name="connsiteX36" fmla="*/ 7325184 w 12192000"/>
              <a:gd name="connsiteY36" fmla="*/ 5414956 h 6858000"/>
              <a:gd name="connsiteX37" fmla="*/ 6947071 w 12192000"/>
              <a:gd name="connsiteY37" fmla="*/ 5793066 h 6858000"/>
              <a:gd name="connsiteX38" fmla="*/ 7325184 w 12192000"/>
              <a:gd name="connsiteY38" fmla="*/ 6171177 h 6858000"/>
              <a:gd name="connsiteX39" fmla="*/ 7703295 w 12192000"/>
              <a:gd name="connsiteY39" fmla="*/ 5793066 h 6858000"/>
              <a:gd name="connsiteX40" fmla="*/ 4867460 w 12192000"/>
              <a:gd name="connsiteY40" fmla="*/ 5414956 h 6858000"/>
              <a:gd name="connsiteX41" fmla="*/ 4489347 w 12192000"/>
              <a:gd name="connsiteY41" fmla="*/ 5793066 h 6858000"/>
              <a:gd name="connsiteX42" fmla="*/ 4867460 w 12192000"/>
              <a:gd name="connsiteY42" fmla="*/ 6171177 h 6858000"/>
              <a:gd name="connsiteX43" fmla="*/ 5245571 w 12192000"/>
              <a:gd name="connsiteY43" fmla="*/ 5793066 h 6858000"/>
              <a:gd name="connsiteX44" fmla="*/ 2409094 w 12192000"/>
              <a:gd name="connsiteY44" fmla="*/ 5414956 h 6858000"/>
              <a:gd name="connsiteX45" fmla="*/ 2030981 w 12192000"/>
              <a:gd name="connsiteY45" fmla="*/ 5793066 h 6858000"/>
              <a:gd name="connsiteX46" fmla="*/ 2409094 w 12192000"/>
              <a:gd name="connsiteY46" fmla="*/ 6171177 h 6858000"/>
              <a:gd name="connsiteX47" fmla="*/ 2787204 w 12192000"/>
              <a:gd name="connsiteY47" fmla="*/ 5793066 h 6858000"/>
              <a:gd name="connsiteX48" fmla="*/ 11011449 w 12192000"/>
              <a:gd name="connsiteY48" fmla="*/ 4963144 h 6858000"/>
              <a:gd name="connsiteX49" fmla="*/ 10181527 w 12192000"/>
              <a:gd name="connsiteY49" fmla="*/ 5793066 h 6858000"/>
              <a:gd name="connsiteX50" fmla="*/ 11011449 w 12192000"/>
              <a:gd name="connsiteY50" fmla="*/ 6622989 h 6858000"/>
              <a:gd name="connsiteX51" fmla="*/ 11841371 w 12192000"/>
              <a:gd name="connsiteY51" fmla="*/ 5793066 h 6858000"/>
              <a:gd name="connsiteX52" fmla="*/ 8553725 w 12192000"/>
              <a:gd name="connsiteY52" fmla="*/ 4963144 h 6858000"/>
              <a:gd name="connsiteX53" fmla="*/ 7723803 w 12192000"/>
              <a:gd name="connsiteY53" fmla="*/ 5793066 h 6858000"/>
              <a:gd name="connsiteX54" fmla="*/ 8553725 w 12192000"/>
              <a:gd name="connsiteY54" fmla="*/ 6622989 h 6858000"/>
              <a:gd name="connsiteX55" fmla="*/ 9383647 w 12192000"/>
              <a:gd name="connsiteY55" fmla="*/ 5793066 h 6858000"/>
              <a:gd name="connsiteX56" fmla="*/ 6096000 w 12192000"/>
              <a:gd name="connsiteY56" fmla="*/ 4962503 h 6858000"/>
              <a:gd name="connsiteX57" fmla="*/ 5266078 w 12192000"/>
              <a:gd name="connsiteY57" fmla="*/ 5793066 h 6858000"/>
              <a:gd name="connsiteX58" fmla="*/ 6096000 w 12192000"/>
              <a:gd name="connsiteY58" fmla="*/ 6622989 h 6858000"/>
              <a:gd name="connsiteX59" fmla="*/ 6925923 w 12192000"/>
              <a:gd name="connsiteY59" fmla="*/ 5793066 h 6858000"/>
              <a:gd name="connsiteX60" fmla="*/ 3638276 w 12192000"/>
              <a:gd name="connsiteY60" fmla="*/ 4962503 h 6858000"/>
              <a:gd name="connsiteX61" fmla="*/ 2807712 w 12192000"/>
              <a:gd name="connsiteY61" fmla="*/ 5793066 h 6858000"/>
              <a:gd name="connsiteX62" fmla="*/ 3637635 w 12192000"/>
              <a:gd name="connsiteY62" fmla="*/ 6622989 h 6858000"/>
              <a:gd name="connsiteX63" fmla="*/ 4468198 w 12192000"/>
              <a:gd name="connsiteY63" fmla="*/ 5793066 h 6858000"/>
              <a:gd name="connsiteX64" fmla="*/ 1179910 w 12192000"/>
              <a:gd name="connsiteY64" fmla="*/ 4962503 h 6858000"/>
              <a:gd name="connsiteX65" fmla="*/ 349988 w 12192000"/>
              <a:gd name="connsiteY65" fmla="*/ 5793066 h 6858000"/>
              <a:gd name="connsiteX66" fmla="*/ 1179910 w 12192000"/>
              <a:gd name="connsiteY66" fmla="*/ 6622989 h 6858000"/>
              <a:gd name="connsiteX67" fmla="*/ 2009834 w 12192000"/>
              <a:gd name="connsiteY67" fmla="*/ 5793066 h 6858000"/>
              <a:gd name="connsiteX68" fmla="*/ 8571669 w 12192000"/>
              <a:gd name="connsiteY68" fmla="*/ 4959940 h 6858000"/>
              <a:gd name="connsiteX69" fmla="*/ 9394542 w 12192000"/>
              <a:gd name="connsiteY69" fmla="*/ 5782171 h 6858000"/>
              <a:gd name="connsiteX70" fmla="*/ 9775217 w 12192000"/>
              <a:gd name="connsiteY70" fmla="*/ 5401498 h 6858000"/>
              <a:gd name="connsiteX71" fmla="*/ 9775217 w 12192000"/>
              <a:gd name="connsiteY71" fmla="*/ 4959940 h 6858000"/>
              <a:gd name="connsiteX72" fmla="*/ 6113945 w 12192000"/>
              <a:gd name="connsiteY72" fmla="*/ 4959940 h 6858000"/>
              <a:gd name="connsiteX73" fmla="*/ 6936818 w 12192000"/>
              <a:gd name="connsiteY73" fmla="*/ 5782171 h 6858000"/>
              <a:gd name="connsiteX74" fmla="*/ 7317493 w 12192000"/>
              <a:gd name="connsiteY74" fmla="*/ 5401498 h 6858000"/>
              <a:gd name="connsiteX75" fmla="*/ 7317493 w 12192000"/>
              <a:gd name="connsiteY75" fmla="*/ 4959940 h 6858000"/>
              <a:gd name="connsiteX76" fmla="*/ 3655579 w 12192000"/>
              <a:gd name="connsiteY76" fmla="*/ 4959940 h 6858000"/>
              <a:gd name="connsiteX77" fmla="*/ 4478452 w 12192000"/>
              <a:gd name="connsiteY77" fmla="*/ 5782171 h 6858000"/>
              <a:gd name="connsiteX78" fmla="*/ 4859127 w 12192000"/>
              <a:gd name="connsiteY78" fmla="*/ 5401498 h 6858000"/>
              <a:gd name="connsiteX79" fmla="*/ 4859127 w 12192000"/>
              <a:gd name="connsiteY79" fmla="*/ 4959940 h 6858000"/>
              <a:gd name="connsiteX80" fmla="*/ 1197855 w 12192000"/>
              <a:gd name="connsiteY80" fmla="*/ 4959940 h 6858000"/>
              <a:gd name="connsiteX81" fmla="*/ 2020727 w 12192000"/>
              <a:gd name="connsiteY81" fmla="*/ 5782171 h 6858000"/>
              <a:gd name="connsiteX82" fmla="*/ 2401403 w 12192000"/>
              <a:gd name="connsiteY82" fmla="*/ 5401498 h 6858000"/>
              <a:gd name="connsiteX83" fmla="*/ 2401403 w 12192000"/>
              <a:gd name="connsiteY83" fmla="*/ 4959940 h 6858000"/>
              <a:gd name="connsiteX84" fmla="*/ 9790597 w 12192000"/>
              <a:gd name="connsiteY84" fmla="*/ 4959299 h 6858000"/>
              <a:gd name="connsiteX85" fmla="*/ 9790597 w 12192000"/>
              <a:gd name="connsiteY85" fmla="*/ 5401498 h 6858000"/>
              <a:gd name="connsiteX86" fmla="*/ 10171273 w 12192000"/>
              <a:gd name="connsiteY86" fmla="*/ 5782171 h 6858000"/>
              <a:gd name="connsiteX87" fmla="*/ 10994146 w 12192000"/>
              <a:gd name="connsiteY87" fmla="*/ 4959299 h 6858000"/>
              <a:gd name="connsiteX88" fmla="*/ 7332234 w 12192000"/>
              <a:gd name="connsiteY88" fmla="*/ 4959299 h 6858000"/>
              <a:gd name="connsiteX89" fmla="*/ 7332234 w 12192000"/>
              <a:gd name="connsiteY89" fmla="*/ 5401498 h 6858000"/>
              <a:gd name="connsiteX90" fmla="*/ 7712907 w 12192000"/>
              <a:gd name="connsiteY90" fmla="*/ 5782171 h 6858000"/>
              <a:gd name="connsiteX91" fmla="*/ 8535780 w 12192000"/>
              <a:gd name="connsiteY91" fmla="*/ 4959299 h 6858000"/>
              <a:gd name="connsiteX92" fmla="*/ 4874509 w 12192000"/>
              <a:gd name="connsiteY92" fmla="*/ 4959299 h 6858000"/>
              <a:gd name="connsiteX93" fmla="*/ 4874509 w 12192000"/>
              <a:gd name="connsiteY93" fmla="*/ 5401498 h 6858000"/>
              <a:gd name="connsiteX94" fmla="*/ 5255183 w 12192000"/>
              <a:gd name="connsiteY94" fmla="*/ 5782171 h 6858000"/>
              <a:gd name="connsiteX95" fmla="*/ 6078056 w 12192000"/>
              <a:gd name="connsiteY95" fmla="*/ 4959299 h 6858000"/>
              <a:gd name="connsiteX96" fmla="*/ 2416143 w 12192000"/>
              <a:gd name="connsiteY96" fmla="*/ 4959299 h 6858000"/>
              <a:gd name="connsiteX97" fmla="*/ 2416143 w 12192000"/>
              <a:gd name="connsiteY97" fmla="*/ 5401498 h 6858000"/>
              <a:gd name="connsiteX98" fmla="*/ 2796817 w 12192000"/>
              <a:gd name="connsiteY98" fmla="*/ 5782171 h 6858000"/>
              <a:gd name="connsiteX99" fmla="*/ 3619692 w 12192000"/>
              <a:gd name="connsiteY99" fmla="*/ 4959299 h 6858000"/>
              <a:gd name="connsiteX100" fmla="*/ 9394542 w 12192000"/>
              <a:gd name="connsiteY100" fmla="*/ 4122327 h 6858000"/>
              <a:gd name="connsiteX101" fmla="*/ 8571669 w 12192000"/>
              <a:gd name="connsiteY101" fmla="*/ 4944558 h 6858000"/>
              <a:gd name="connsiteX102" fmla="*/ 9775217 w 12192000"/>
              <a:gd name="connsiteY102" fmla="*/ 4944558 h 6858000"/>
              <a:gd name="connsiteX103" fmla="*/ 9775217 w 12192000"/>
              <a:gd name="connsiteY103" fmla="*/ 4503001 h 6858000"/>
              <a:gd name="connsiteX104" fmla="*/ 6936818 w 12192000"/>
              <a:gd name="connsiteY104" fmla="*/ 4122327 h 6858000"/>
              <a:gd name="connsiteX105" fmla="*/ 6113945 w 12192000"/>
              <a:gd name="connsiteY105" fmla="*/ 4944558 h 6858000"/>
              <a:gd name="connsiteX106" fmla="*/ 7317493 w 12192000"/>
              <a:gd name="connsiteY106" fmla="*/ 4944558 h 6858000"/>
              <a:gd name="connsiteX107" fmla="*/ 7317493 w 12192000"/>
              <a:gd name="connsiteY107" fmla="*/ 4503001 h 6858000"/>
              <a:gd name="connsiteX108" fmla="*/ 4478452 w 12192000"/>
              <a:gd name="connsiteY108" fmla="*/ 4122327 h 6858000"/>
              <a:gd name="connsiteX109" fmla="*/ 3655579 w 12192000"/>
              <a:gd name="connsiteY109" fmla="*/ 4944558 h 6858000"/>
              <a:gd name="connsiteX110" fmla="*/ 4859127 w 12192000"/>
              <a:gd name="connsiteY110" fmla="*/ 4944558 h 6858000"/>
              <a:gd name="connsiteX111" fmla="*/ 4859127 w 12192000"/>
              <a:gd name="connsiteY111" fmla="*/ 4503001 h 6858000"/>
              <a:gd name="connsiteX112" fmla="*/ 2020727 w 12192000"/>
              <a:gd name="connsiteY112" fmla="*/ 4122327 h 6858000"/>
              <a:gd name="connsiteX113" fmla="*/ 1197855 w 12192000"/>
              <a:gd name="connsiteY113" fmla="*/ 4944558 h 6858000"/>
              <a:gd name="connsiteX114" fmla="*/ 2401403 w 12192000"/>
              <a:gd name="connsiteY114" fmla="*/ 4944558 h 6858000"/>
              <a:gd name="connsiteX115" fmla="*/ 2401403 w 12192000"/>
              <a:gd name="connsiteY115" fmla="*/ 4503001 h 6858000"/>
              <a:gd name="connsiteX116" fmla="*/ 10171273 w 12192000"/>
              <a:gd name="connsiteY116" fmla="*/ 4121686 h 6858000"/>
              <a:gd name="connsiteX117" fmla="*/ 9790597 w 12192000"/>
              <a:gd name="connsiteY117" fmla="*/ 4503001 h 6858000"/>
              <a:gd name="connsiteX118" fmla="*/ 9790597 w 12192000"/>
              <a:gd name="connsiteY118" fmla="*/ 4944558 h 6858000"/>
              <a:gd name="connsiteX119" fmla="*/ 10994146 w 12192000"/>
              <a:gd name="connsiteY119" fmla="*/ 4944558 h 6858000"/>
              <a:gd name="connsiteX120" fmla="*/ 7712907 w 12192000"/>
              <a:gd name="connsiteY120" fmla="*/ 4121686 h 6858000"/>
              <a:gd name="connsiteX121" fmla="*/ 7332234 w 12192000"/>
              <a:gd name="connsiteY121" fmla="*/ 4503001 h 6858000"/>
              <a:gd name="connsiteX122" fmla="*/ 7332234 w 12192000"/>
              <a:gd name="connsiteY122" fmla="*/ 4944558 h 6858000"/>
              <a:gd name="connsiteX123" fmla="*/ 8535780 w 12192000"/>
              <a:gd name="connsiteY123" fmla="*/ 4944558 h 6858000"/>
              <a:gd name="connsiteX124" fmla="*/ 5255183 w 12192000"/>
              <a:gd name="connsiteY124" fmla="*/ 4121686 h 6858000"/>
              <a:gd name="connsiteX125" fmla="*/ 4874509 w 12192000"/>
              <a:gd name="connsiteY125" fmla="*/ 4503001 h 6858000"/>
              <a:gd name="connsiteX126" fmla="*/ 4874509 w 12192000"/>
              <a:gd name="connsiteY126" fmla="*/ 4944558 h 6858000"/>
              <a:gd name="connsiteX127" fmla="*/ 6078056 w 12192000"/>
              <a:gd name="connsiteY127" fmla="*/ 4944558 h 6858000"/>
              <a:gd name="connsiteX128" fmla="*/ 2797458 w 12192000"/>
              <a:gd name="connsiteY128" fmla="*/ 4121686 h 6858000"/>
              <a:gd name="connsiteX129" fmla="*/ 2416143 w 12192000"/>
              <a:gd name="connsiteY129" fmla="*/ 4503001 h 6858000"/>
              <a:gd name="connsiteX130" fmla="*/ 2416143 w 12192000"/>
              <a:gd name="connsiteY130" fmla="*/ 4944558 h 6858000"/>
              <a:gd name="connsiteX131" fmla="*/ 3619692 w 12192000"/>
              <a:gd name="connsiteY131" fmla="*/ 4944558 h 6858000"/>
              <a:gd name="connsiteX132" fmla="*/ 9782908 w 12192000"/>
              <a:gd name="connsiteY132" fmla="*/ 3733321 h 6858000"/>
              <a:gd name="connsiteX133" fmla="*/ 9404796 w 12192000"/>
              <a:gd name="connsiteY133" fmla="*/ 4111432 h 6858000"/>
              <a:gd name="connsiteX134" fmla="*/ 9782908 w 12192000"/>
              <a:gd name="connsiteY134" fmla="*/ 4489543 h 6858000"/>
              <a:gd name="connsiteX135" fmla="*/ 10161019 w 12192000"/>
              <a:gd name="connsiteY135" fmla="*/ 4111432 h 6858000"/>
              <a:gd name="connsiteX136" fmla="*/ 7325184 w 12192000"/>
              <a:gd name="connsiteY136" fmla="*/ 3733321 h 6858000"/>
              <a:gd name="connsiteX137" fmla="*/ 6947071 w 12192000"/>
              <a:gd name="connsiteY137" fmla="*/ 4111432 h 6858000"/>
              <a:gd name="connsiteX138" fmla="*/ 7325184 w 12192000"/>
              <a:gd name="connsiteY138" fmla="*/ 4489543 h 6858000"/>
              <a:gd name="connsiteX139" fmla="*/ 7703295 w 12192000"/>
              <a:gd name="connsiteY139" fmla="*/ 4111432 h 6858000"/>
              <a:gd name="connsiteX140" fmla="*/ 4867460 w 12192000"/>
              <a:gd name="connsiteY140" fmla="*/ 3733321 h 6858000"/>
              <a:gd name="connsiteX141" fmla="*/ 4489347 w 12192000"/>
              <a:gd name="connsiteY141" fmla="*/ 4111432 h 6858000"/>
              <a:gd name="connsiteX142" fmla="*/ 4867460 w 12192000"/>
              <a:gd name="connsiteY142" fmla="*/ 4489543 h 6858000"/>
              <a:gd name="connsiteX143" fmla="*/ 5245571 w 12192000"/>
              <a:gd name="connsiteY143" fmla="*/ 4111432 h 6858000"/>
              <a:gd name="connsiteX144" fmla="*/ 2409094 w 12192000"/>
              <a:gd name="connsiteY144" fmla="*/ 3733321 h 6858000"/>
              <a:gd name="connsiteX145" fmla="*/ 2030981 w 12192000"/>
              <a:gd name="connsiteY145" fmla="*/ 4111432 h 6858000"/>
              <a:gd name="connsiteX146" fmla="*/ 2409094 w 12192000"/>
              <a:gd name="connsiteY146" fmla="*/ 4489543 h 6858000"/>
              <a:gd name="connsiteX147" fmla="*/ 2787204 w 12192000"/>
              <a:gd name="connsiteY147" fmla="*/ 4111432 h 6858000"/>
              <a:gd name="connsiteX148" fmla="*/ 11012090 w 12192000"/>
              <a:gd name="connsiteY148" fmla="*/ 3281510 h 6858000"/>
              <a:gd name="connsiteX149" fmla="*/ 10181527 w 12192000"/>
              <a:gd name="connsiteY149" fmla="*/ 4111432 h 6858000"/>
              <a:gd name="connsiteX150" fmla="*/ 11011449 w 12192000"/>
              <a:gd name="connsiteY150" fmla="*/ 4941354 h 6858000"/>
              <a:gd name="connsiteX151" fmla="*/ 11842013 w 12192000"/>
              <a:gd name="connsiteY151" fmla="*/ 4111432 h 6858000"/>
              <a:gd name="connsiteX152" fmla="*/ 8554366 w 12192000"/>
              <a:gd name="connsiteY152" fmla="*/ 3281510 h 6858000"/>
              <a:gd name="connsiteX153" fmla="*/ 7723803 w 12192000"/>
              <a:gd name="connsiteY153" fmla="*/ 4111432 h 6858000"/>
              <a:gd name="connsiteX154" fmla="*/ 8553725 w 12192000"/>
              <a:gd name="connsiteY154" fmla="*/ 4941354 h 6858000"/>
              <a:gd name="connsiteX155" fmla="*/ 9384288 w 12192000"/>
              <a:gd name="connsiteY155" fmla="*/ 4111432 h 6858000"/>
              <a:gd name="connsiteX156" fmla="*/ 6096000 w 12192000"/>
              <a:gd name="connsiteY156" fmla="*/ 3281510 h 6858000"/>
              <a:gd name="connsiteX157" fmla="*/ 5266078 w 12192000"/>
              <a:gd name="connsiteY157" fmla="*/ 4111432 h 6858000"/>
              <a:gd name="connsiteX158" fmla="*/ 6096000 w 12192000"/>
              <a:gd name="connsiteY158" fmla="*/ 4941995 h 6858000"/>
              <a:gd name="connsiteX159" fmla="*/ 6925923 w 12192000"/>
              <a:gd name="connsiteY159" fmla="*/ 4111432 h 6858000"/>
              <a:gd name="connsiteX160" fmla="*/ 3638276 w 12192000"/>
              <a:gd name="connsiteY160" fmla="*/ 3281510 h 6858000"/>
              <a:gd name="connsiteX161" fmla="*/ 2807712 w 12192000"/>
              <a:gd name="connsiteY161" fmla="*/ 4111432 h 6858000"/>
              <a:gd name="connsiteX162" fmla="*/ 3637635 w 12192000"/>
              <a:gd name="connsiteY162" fmla="*/ 4941354 h 6858000"/>
              <a:gd name="connsiteX163" fmla="*/ 4468198 w 12192000"/>
              <a:gd name="connsiteY163" fmla="*/ 4111432 h 6858000"/>
              <a:gd name="connsiteX164" fmla="*/ 1179910 w 12192000"/>
              <a:gd name="connsiteY164" fmla="*/ 3281510 h 6858000"/>
              <a:gd name="connsiteX165" fmla="*/ 349988 w 12192000"/>
              <a:gd name="connsiteY165" fmla="*/ 4111432 h 6858000"/>
              <a:gd name="connsiteX166" fmla="*/ 1179910 w 12192000"/>
              <a:gd name="connsiteY166" fmla="*/ 4941354 h 6858000"/>
              <a:gd name="connsiteX167" fmla="*/ 2010473 w 12192000"/>
              <a:gd name="connsiteY167" fmla="*/ 4111432 h 6858000"/>
              <a:gd name="connsiteX168" fmla="*/ 9790597 w 12192000"/>
              <a:gd name="connsiteY168" fmla="*/ 3278306 h 6858000"/>
              <a:gd name="connsiteX169" fmla="*/ 9790597 w 12192000"/>
              <a:gd name="connsiteY169" fmla="*/ 3719863 h 6858000"/>
              <a:gd name="connsiteX170" fmla="*/ 10171273 w 12192000"/>
              <a:gd name="connsiteY170" fmla="*/ 4100537 h 6858000"/>
              <a:gd name="connsiteX171" fmla="*/ 10994146 w 12192000"/>
              <a:gd name="connsiteY171" fmla="*/ 3278306 h 6858000"/>
              <a:gd name="connsiteX172" fmla="*/ 8571669 w 12192000"/>
              <a:gd name="connsiteY172" fmla="*/ 3278306 h 6858000"/>
              <a:gd name="connsiteX173" fmla="*/ 9394542 w 12192000"/>
              <a:gd name="connsiteY173" fmla="*/ 4101178 h 6858000"/>
              <a:gd name="connsiteX174" fmla="*/ 9775217 w 12192000"/>
              <a:gd name="connsiteY174" fmla="*/ 3720504 h 6858000"/>
              <a:gd name="connsiteX175" fmla="*/ 9775217 w 12192000"/>
              <a:gd name="connsiteY175" fmla="*/ 3278306 h 6858000"/>
              <a:gd name="connsiteX176" fmla="*/ 7332873 w 12192000"/>
              <a:gd name="connsiteY176" fmla="*/ 3278306 h 6858000"/>
              <a:gd name="connsiteX177" fmla="*/ 7332873 w 12192000"/>
              <a:gd name="connsiteY177" fmla="*/ 3719863 h 6858000"/>
              <a:gd name="connsiteX178" fmla="*/ 7332234 w 12192000"/>
              <a:gd name="connsiteY178" fmla="*/ 3719863 h 6858000"/>
              <a:gd name="connsiteX179" fmla="*/ 7712907 w 12192000"/>
              <a:gd name="connsiteY179" fmla="*/ 4100537 h 6858000"/>
              <a:gd name="connsiteX180" fmla="*/ 8536421 w 12192000"/>
              <a:gd name="connsiteY180" fmla="*/ 3278306 h 6858000"/>
              <a:gd name="connsiteX181" fmla="*/ 6113945 w 12192000"/>
              <a:gd name="connsiteY181" fmla="*/ 3278306 h 6858000"/>
              <a:gd name="connsiteX182" fmla="*/ 6936818 w 12192000"/>
              <a:gd name="connsiteY182" fmla="*/ 4101178 h 6858000"/>
              <a:gd name="connsiteX183" fmla="*/ 7317493 w 12192000"/>
              <a:gd name="connsiteY183" fmla="*/ 3720504 h 6858000"/>
              <a:gd name="connsiteX184" fmla="*/ 7317493 w 12192000"/>
              <a:gd name="connsiteY184" fmla="*/ 3278306 h 6858000"/>
              <a:gd name="connsiteX185" fmla="*/ 4874509 w 12192000"/>
              <a:gd name="connsiteY185" fmla="*/ 3278306 h 6858000"/>
              <a:gd name="connsiteX186" fmla="*/ 4874509 w 12192000"/>
              <a:gd name="connsiteY186" fmla="*/ 3719863 h 6858000"/>
              <a:gd name="connsiteX187" fmla="*/ 5255183 w 12192000"/>
              <a:gd name="connsiteY187" fmla="*/ 4100537 h 6858000"/>
              <a:gd name="connsiteX188" fmla="*/ 6078056 w 12192000"/>
              <a:gd name="connsiteY188" fmla="*/ 3278306 h 6858000"/>
              <a:gd name="connsiteX189" fmla="*/ 3655579 w 12192000"/>
              <a:gd name="connsiteY189" fmla="*/ 3278306 h 6858000"/>
              <a:gd name="connsiteX190" fmla="*/ 4478452 w 12192000"/>
              <a:gd name="connsiteY190" fmla="*/ 4101178 h 6858000"/>
              <a:gd name="connsiteX191" fmla="*/ 4859127 w 12192000"/>
              <a:gd name="connsiteY191" fmla="*/ 3720504 h 6858000"/>
              <a:gd name="connsiteX192" fmla="*/ 4859127 w 12192000"/>
              <a:gd name="connsiteY192" fmla="*/ 3278306 h 6858000"/>
              <a:gd name="connsiteX193" fmla="*/ 2416143 w 12192000"/>
              <a:gd name="connsiteY193" fmla="*/ 3278306 h 6858000"/>
              <a:gd name="connsiteX194" fmla="*/ 2416143 w 12192000"/>
              <a:gd name="connsiteY194" fmla="*/ 3719863 h 6858000"/>
              <a:gd name="connsiteX195" fmla="*/ 2796817 w 12192000"/>
              <a:gd name="connsiteY195" fmla="*/ 4100537 h 6858000"/>
              <a:gd name="connsiteX196" fmla="*/ 3620331 w 12192000"/>
              <a:gd name="connsiteY196" fmla="*/ 3278306 h 6858000"/>
              <a:gd name="connsiteX197" fmla="*/ 1197855 w 12192000"/>
              <a:gd name="connsiteY197" fmla="*/ 3278306 h 6858000"/>
              <a:gd name="connsiteX198" fmla="*/ 2020727 w 12192000"/>
              <a:gd name="connsiteY198" fmla="*/ 4101178 h 6858000"/>
              <a:gd name="connsiteX199" fmla="*/ 2401403 w 12192000"/>
              <a:gd name="connsiteY199" fmla="*/ 3720504 h 6858000"/>
              <a:gd name="connsiteX200" fmla="*/ 2401403 w 12192000"/>
              <a:gd name="connsiteY200" fmla="*/ 3278306 h 6858000"/>
              <a:gd name="connsiteX201" fmla="*/ 9394542 w 12192000"/>
              <a:gd name="connsiteY201" fmla="*/ 2441334 h 6858000"/>
              <a:gd name="connsiteX202" fmla="*/ 8571669 w 12192000"/>
              <a:gd name="connsiteY202" fmla="*/ 3263565 h 6858000"/>
              <a:gd name="connsiteX203" fmla="*/ 9775217 w 12192000"/>
              <a:gd name="connsiteY203" fmla="*/ 3263565 h 6858000"/>
              <a:gd name="connsiteX204" fmla="*/ 9775217 w 12192000"/>
              <a:gd name="connsiteY204" fmla="*/ 2822008 h 6858000"/>
              <a:gd name="connsiteX205" fmla="*/ 6936818 w 12192000"/>
              <a:gd name="connsiteY205" fmla="*/ 2441334 h 6858000"/>
              <a:gd name="connsiteX206" fmla="*/ 6113945 w 12192000"/>
              <a:gd name="connsiteY206" fmla="*/ 3263565 h 6858000"/>
              <a:gd name="connsiteX207" fmla="*/ 7317493 w 12192000"/>
              <a:gd name="connsiteY207" fmla="*/ 3263565 h 6858000"/>
              <a:gd name="connsiteX208" fmla="*/ 7317493 w 12192000"/>
              <a:gd name="connsiteY208" fmla="*/ 2822008 h 6858000"/>
              <a:gd name="connsiteX209" fmla="*/ 4478452 w 12192000"/>
              <a:gd name="connsiteY209" fmla="*/ 2441334 h 6858000"/>
              <a:gd name="connsiteX210" fmla="*/ 3655579 w 12192000"/>
              <a:gd name="connsiteY210" fmla="*/ 3263565 h 6858000"/>
              <a:gd name="connsiteX211" fmla="*/ 4859127 w 12192000"/>
              <a:gd name="connsiteY211" fmla="*/ 3263565 h 6858000"/>
              <a:gd name="connsiteX212" fmla="*/ 4859127 w 12192000"/>
              <a:gd name="connsiteY212" fmla="*/ 2822008 h 6858000"/>
              <a:gd name="connsiteX213" fmla="*/ 2020727 w 12192000"/>
              <a:gd name="connsiteY213" fmla="*/ 2441334 h 6858000"/>
              <a:gd name="connsiteX214" fmla="*/ 1197855 w 12192000"/>
              <a:gd name="connsiteY214" fmla="*/ 3263565 h 6858000"/>
              <a:gd name="connsiteX215" fmla="*/ 2401403 w 12192000"/>
              <a:gd name="connsiteY215" fmla="*/ 3263565 h 6858000"/>
              <a:gd name="connsiteX216" fmla="*/ 2401403 w 12192000"/>
              <a:gd name="connsiteY216" fmla="*/ 2822008 h 6858000"/>
              <a:gd name="connsiteX217" fmla="*/ 5255183 w 12192000"/>
              <a:gd name="connsiteY217" fmla="*/ 2440693 h 6858000"/>
              <a:gd name="connsiteX218" fmla="*/ 4874509 w 12192000"/>
              <a:gd name="connsiteY218" fmla="*/ 2821368 h 6858000"/>
              <a:gd name="connsiteX219" fmla="*/ 4874509 w 12192000"/>
              <a:gd name="connsiteY219" fmla="*/ 3262924 h 6858000"/>
              <a:gd name="connsiteX220" fmla="*/ 6078056 w 12192000"/>
              <a:gd name="connsiteY220" fmla="*/ 3262924 h 6858000"/>
              <a:gd name="connsiteX221" fmla="*/ 2797458 w 12192000"/>
              <a:gd name="connsiteY221" fmla="*/ 2440693 h 6858000"/>
              <a:gd name="connsiteX222" fmla="*/ 2416143 w 12192000"/>
              <a:gd name="connsiteY222" fmla="*/ 2821368 h 6858000"/>
              <a:gd name="connsiteX223" fmla="*/ 2416143 w 12192000"/>
              <a:gd name="connsiteY223" fmla="*/ 3262924 h 6858000"/>
              <a:gd name="connsiteX224" fmla="*/ 3619692 w 12192000"/>
              <a:gd name="connsiteY224" fmla="*/ 3262924 h 6858000"/>
              <a:gd name="connsiteX225" fmla="*/ 10171273 w 12192000"/>
              <a:gd name="connsiteY225" fmla="*/ 2440052 h 6858000"/>
              <a:gd name="connsiteX226" fmla="*/ 9790597 w 12192000"/>
              <a:gd name="connsiteY226" fmla="*/ 2821368 h 6858000"/>
              <a:gd name="connsiteX227" fmla="*/ 9790597 w 12192000"/>
              <a:gd name="connsiteY227" fmla="*/ 3262924 h 6858000"/>
              <a:gd name="connsiteX228" fmla="*/ 10994146 w 12192000"/>
              <a:gd name="connsiteY228" fmla="*/ 3262924 h 6858000"/>
              <a:gd name="connsiteX229" fmla="*/ 7712907 w 12192000"/>
              <a:gd name="connsiteY229" fmla="*/ 2440052 h 6858000"/>
              <a:gd name="connsiteX230" fmla="*/ 7332234 w 12192000"/>
              <a:gd name="connsiteY230" fmla="*/ 2821368 h 6858000"/>
              <a:gd name="connsiteX231" fmla="*/ 7332234 w 12192000"/>
              <a:gd name="connsiteY231" fmla="*/ 3262924 h 6858000"/>
              <a:gd name="connsiteX232" fmla="*/ 8535780 w 12192000"/>
              <a:gd name="connsiteY232" fmla="*/ 3262924 h 6858000"/>
              <a:gd name="connsiteX233" fmla="*/ 9782908 w 12192000"/>
              <a:gd name="connsiteY233" fmla="*/ 2052328 h 6858000"/>
              <a:gd name="connsiteX234" fmla="*/ 9404796 w 12192000"/>
              <a:gd name="connsiteY234" fmla="*/ 2430439 h 6858000"/>
              <a:gd name="connsiteX235" fmla="*/ 9782908 w 12192000"/>
              <a:gd name="connsiteY235" fmla="*/ 2808550 h 6858000"/>
              <a:gd name="connsiteX236" fmla="*/ 10161019 w 12192000"/>
              <a:gd name="connsiteY236" fmla="*/ 2430439 h 6858000"/>
              <a:gd name="connsiteX237" fmla="*/ 7325184 w 12192000"/>
              <a:gd name="connsiteY237" fmla="*/ 2052328 h 6858000"/>
              <a:gd name="connsiteX238" fmla="*/ 6947071 w 12192000"/>
              <a:gd name="connsiteY238" fmla="*/ 2430439 h 6858000"/>
              <a:gd name="connsiteX239" fmla="*/ 7325184 w 12192000"/>
              <a:gd name="connsiteY239" fmla="*/ 2808550 h 6858000"/>
              <a:gd name="connsiteX240" fmla="*/ 7703295 w 12192000"/>
              <a:gd name="connsiteY240" fmla="*/ 2430439 h 6858000"/>
              <a:gd name="connsiteX241" fmla="*/ 4867460 w 12192000"/>
              <a:gd name="connsiteY241" fmla="*/ 2052328 h 6858000"/>
              <a:gd name="connsiteX242" fmla="*/ 4489347 w 12192000"/>
              <a:gd name="connsiteY242" fmla="*/ 2430439 h 6858000"/>
              <a:gd name="connsiteX243" fmla="*/ 4867460 w 12192000"/>
              <a:gd name="connsiteY243" fmla="*/ 2808550 h 6858000"/>
              <a:gd name="connsiteX244" fmla="*/ 5245571 w 12192000"/>
              <a:gd name="connsiteY244" fmla="*/ 2430439 h 6858000"/>
              <a:gd name="connsiteX245" fmla="*/ 2409094 w 12192000"/>
              <a:gd name="connsiteY245" fmla="*/ 2052328 h 6858000"/>
              <a:gd name="connsiteX246" fmla="*/ 2030981 w 12192000"/>
              <a:gd name="connsiteY246" fmla="*/ 2430439 h 6858000"/>
              <a:gd name="connsiteX247" fmla="*/ 2409094 w 12192000"/>
              <a:gd name="connsiteY247" fmla="*/ 2808550 h 6858000"/>
              <a:gd name="connsiteX248" fmla="*/ 2787204 w 12192000"/>
              <a:gd name="connsiteY248" fmla="*/ 2430439 h 6858000"/>
              <a:gd name="connsiteX249" fmla="*/ 11011449 w 12192000"/>
              <a:gd name="connsiteY249" fmla="*/ 1600517 h 6858000"/>
              <a:gd name="connsiteX250" fmla="*/ 10181527 w 12192000"/>
              <a:gd name="connsiteY250" fmla="*/ 2430439 h 6858000"/>
              <a:gd name="connsiteX251" fmla="*/ 11011449 w 12192000"/>
              <a:gd name="connsiteY251" fmla="*/ 3260361 h 6858000"/>
              <a:gd name="connsiteX252" fmla="*/ 11841371 w 12192000"/>
              <a:gd name="connsiteY252" fmla="*/ 2430439 h 6858000"/>
              <a:gd name="connsiteX253" fmla="*/ 8553725 w 12192000"/>
              <a:gd name="connsiteY253" fmla="*/ 1600517 h 6858000"/>
              <a:gd name="connsiteX254" fmla="*/ 7723803 w 12192000"/>
              <a:gd name="connsiteY254" fmla="*/ 2430439 h 6858000"/>
              <a:gd name="connsiteX255" fmla="*/ 8553725 w 12192000"/>
              <a:gd name="connsiteY255" fmla="*/ 3260361 h 6858000"/>
              <a:gd name="connsiteX256" fmla="*/ 9383647 w 12192000"/>
              <a:gd name="connsiteY256" fmla="*/ 2430439 h 6858000"/>
              <a:gd name="connsiteX257" fmla="*/ 6096000 w 12192000"/>
              <a:gd name="connsiteY257" fmla="*/ 1599875 h 6858000"/>
              <a:gd name="connsiteX258" fmla="*/ 5266078 w 12192000"/>
              <a:gd name="connsiteY258" fmla="*/ 2430439 h 6858000"/>
              <a:gd name="connsiteX259" fmla="*/ 6096000 w 12192000"/>
              <a:gd name="connsiteY259" fmla="*/ 3260361 h 6858000"/>
              <a:gd name="connsiteX260" fmla="*/ 6925923 w 12192000"/>
              <a:gd name="connsiteY260" fmla="*/ 2430439 h 6858000"/>
              <a:gd name="connsiteX261" fmla="*/ 3638276 w 12192000"/>
              <a:gd name="connsiteY261" fmla="*/ 1599875 h 6858000"/>
              <a:gd name="connsiteX262" fmla="*/ 2807712 w 12192000"/>
              <a:gd name="connsiteY262" fmla="*/ 2430439 h 6858000"/>
              <a:gd name="connsiteX263" fmla="*/ 3637635 w 12192000"/>
              <a:gd name="connsiteY263" fmla="*/ 3260361 h 6858000"/>
              <a:gd name="connsiteX264" fmla="*/ 4468198 w 12192000"/>
              <a:gd name="connsiteY264" fmla="*/ 2430439 h 6858000"/>
              <a:gd name="connsiteX265" fmla="*/ 1179910 w 12192000"/>
              <a:gd name="connsiteY265" fmla="*/ 1599875 h 6858000"/>
              <a:gd name="connsiteX266" fmla="*/ 349988 w 12192000"/>
              <a:gd name="connsiteY266" fmla="*/ 2430439 h 6858000"/>
              <a:gd name="connsiteX267" fmla="*/ 1179910 w 12192000"/>
              <a:gd name="connsiteY267" fmla="*/ 3260361 h 6858000"/>
              <a:gd name="connsiteX268" fmla="*/ 2009834 w 12192000"/>
              <a:gd name="connsiteY268" fmla="*/ 2430439 h 6858000"/>
              <a:gd name="connsiteX269" fmla="*/ 8571669 w 12192000"/>
              <a:gd name="connsiteY269" fmla="*/ 1597312 h 6858000"/>
              <a:gd name="connsiteX270" fmla="*/ 9394542 w 12192000"/>
              <a:gd name="connsiteY270" fmla="*/ 2419544 h 6858000"/>
              <a:gd name="connsiteX271" fmla="*/ 9775217 w 12192000"/>
              <a:gd name="connsiteY271" fmla="*/ 2038870 h 6858000"/>
              <a:gd name="connsiteX272" fmla="*/ 9775217 w 12192000"/>
              <a:gd name="connsiteY272" fmla="*/ 1597312 h 6858000"/>
              <a:gd name="connsiteX273" fmla="*/ 6113945 w 12192000"/>
              <a:gd name="connsiteY273" fmla="*/ 1597312 h 6858000"/>
              <a:gd name="connsiteX274" fmla="*/ 6936818 w 12192000"/>
              <a:gd name="connsiteY274" fmla="*/ 2419544 h 6858000"/>
              <a:gd name="connsiteX275" fmla="*/ 7317493 w 12192000"/>
              <a:gd name="connsiteY275" fmla="*/ 2038870 h 6858000"/>
              <a:gd name="connsiteX276" fmla="*/ 7317493 w 12192000"/>
              <a:gd name="connsiteY276" fmla="*/ 1597312 h 6858000"/>
              <a:gd name="connsiteX277" fmla="*/ 3655579 w 12192000"/>
              <a:gd name="connsiteY277" fmla="*/ 1597312 h 6858000"/>
              <a:gd name="connsiteX278" fmla="*/ 4478452 w 12192000"/>
              <a:gd name="connsiteY278" fmla="*/ 2419544 h 6858000"/>
              <a:gd name="connsiteX279" fmla="*/ 4859127 w 12192000"/>
              <a:gd name="connsiteY279" fmla="*/ 2038870 h 6858000"/>
              <a:gd name="connsiteX280" fmla="*/ 4859127 w 12192000"/>
              <a:gd name="connsiteY280" fmla="*/ 1597312 h 6858000"/>
              <a:gd name="connsiteX281" fmla="*/ 1197855 w 12192000"/>
              <a:gd name="connsiteY281" fmla="*/ 1597312 h 6858000"/>
              <a:gd name="connsiteX282" fmla="*/ 2020727 w 12192000"/>
              <a:gd name="connsiteY282" fmla="*/ 2419544 h 6858000"/>
              <a:gd name="connsiteX283" fmla="*/ 2401403 w 12192000"/>
              <a:gd name="connsiteY283" fmla="*/ 2038870 h 6858000"/>
              <a:gd name="connsiteX284" fmla="*/ 2401403 w 12192000"/>
              <a:gd name="connsiteY284" fmla="*/ 1597312 h 6858000"/>
              <a:gd name="connsiteX285" fmla="*/ 9790597 w 12192000"/>
              <a:gd name="connsiteY285" fmla="*/ 1596671 h 6858000"/>
              <a:gd name="connsiteX286" fmla="*/ 9790597 w 12192000"/>
              <a:gd name="connsiteY286" fmla="*/ 2038870 h 6858000"/>
              <a:gd name="connsiteX287" fmla="*/ 10171273 w 12192000"/>
              <a:gd name="connsiteY287" fmla="*/ 2419544 h 6858000"/>
              <a:gd name="connsiteX288" fmla="*/ 10994146 w 12192000"/>
              <a:gd name="connsiteY288" fmla="*/ 1596671 h 6858000"/>
              <a:gd name="connsiteX289" fmla="*/ 7332234 w 12192000"/>
              <a:gd name="connsiteY289" fmla="*/ 1596671 h 6858000"/>
              <a:gd name="connsiteX290" fmla="*/ 7332234 w 12192000"/>
              <a:gd name="connsiteY290" fmla="*/ 2038870 h 6858000"/>
              <a:gd name="connsiteX291" fmla="*/ 7712907 w 12192000"/>
              <a:gd name="connsiteY291" fmla="*/ 2419544 h 6858000"/>
              <a:gd name="connsiteX292" fmla="*/ 8535780 w 12192000"/>
              <a:gd name="connsiteY292" fmla="*/ 1596671 h 6858000"/>
              <a:gd name="connsiteX293" fmla="*/ 4874509 w 12192000"/>
              <a:gd name="connsiteY293" fmla="*/ 1596671 h 6858000"/>
              <a:gd name="connsiteX294" fmla="*/ 4874509 w 12192000"/>
              <a:gd name="connsiteY294" fmla="*/ 2038870 h 6858000"/>
              <a:gd name="connsiteX295" fmla="*/ 5255183 w 12192000"/>
              <a:gd name="connsiteY295" fmla="*/ 2419544 h 6858000"/>
              <a:gd name="connsiteX296" fmla="*/ 6078056 w 12192000"/>
              <a:gd name="connsiteY296" fmla="*/ 1596671 h 6858000"/>
              <a:gd name="connsiteX297" fmla="*/ 2416143 w 12192000"/>
              <a:gd name="connsiteY297" fmla="*/ 1596671 h 6858000"/>
              <a:gd name="connsiteX298" fmla="*/ 2416143 w 12192000"/>
              <a:gd name="connsiteY298" fmla="*/ 2038870 h 6858000"/>
              <a:gd name="connsiteX299" fmla="*/ 2796817 w 12192000"/>
              <a:gd name="connsiteY299" fmla="*/ 2419544 h 6858000"/>
              <a:gd name="connsiteX300" fmla="*/ 3619692 w 12192000"/>
              <a:gd name="connsiteY300" fmla="*/ 1596671 h 6858000"/>
              <a:gd name="connsiteX301" fmla="*/ 9394542 w 12192000"/>
              <a:gd name="connsiteY301" fmla="*/ 759699 h 6858000"/>
              <a:gd name="connsiteX302" fmla="*/ 8571669 w 12192000"/>
              <a:gd name="connsiteY302" fmla="*/ 1581931 h 6858000"/>
              <a:gd name="connsiteX303" fmla="*/ 9775217 w 12192000"/>
              <a:gd name="connsiteY303" fmla="*/ 1581931 h 6858000"/>
              <a:gd name="connsiteX304" fmla="*/ 9775217 w 12192000"/>
              <a:gd name="connsiteY304" fmla="*/ 1140373 h 6858000"/>
              <a:gd name="connsiteX305" fmla="*/ 6936818 w 12192000"/>
              <a:gd name="connsiteY305" fmla="*/ 759699 h 6858000"/>
              <a:gd name="connsiteX306" fmla="*/ 6113945 w 12192000"/>
              <a:gd name="connsiteY306" fmla="*/ 1581931 h 6858000"/>
              <a:gd name="connsiteX307" fmla="*/ 7317493 w 12192000"/>
              <a:gd name="connsiteY307" fmla="*/ 1581931 h 6858000"/>
              <a:gd name="connsiteX308" fmla="*/ 7317493 w 12192000"/>
              <a:gd name="connsiteY308" fmla="*/ 1140373 h 6858000"/>
              <a:gd name="connsiteX309" fmla="*/ 4478452 w 12192000"/>
              <a:gd name="connsiteY309" fmla="*/ 759699 h 6858000"/>
              <a:gd name="connsiteX310" fmla="*/ 3655579 w 12192000"/>
              <a:gd name="connsiteY310" fmla="*/ 1581931 h 6858000"/>
              <a:gd name="connsiteX311" fmla="*/ 4859127 w 12192000"/>
              <a:gd name="connsiteY311" fmla="*/ 1581931 h 6858000"/>
              <a:gd name="connsiteX312" fmla="*/ 4859127 w 12192000"/>
              <a:gd name="connsiteY312" fmla="*/ 1140373 h 6858000"/>
              <a:gd name="connsiteX313" fmla="*/ 2020727 w 12192000"/>
              <a:gd name="connsiteY313" fmla="*/ 759699 h 6858000"/>
              <a:gd name="connsiteX314" fmla="*/ 1197855 w 12192000"/>
              <a:gd name="connsiteY314" fmla="*/ 1581931 h 6858000"/>
              <a:gd name="connsiteX315" fmla="*/ 2401403 w 12192000"/>
              <a:gd name="connsiteY315" fmla="*/ 1581931 h 6858000"/>
              <a:gd name="connsiteX316" fmla="*/ 2401403 w 12192000"/>
              <a:gd name="connsiteY316" fmla="*/ 1140373 h 6858000"/>
              <a:gd name="connsiteX317" fmla="*/ 10171273 w 12192000"/>
              <a:gd name="connsiteY317" fmla="*/ 759058 h 6858000"/>
              <a:gd name="connsiteX318" fmla="*/ 9790597 w 12192000"/>
              <a:gd name="connsiteY318" fmla="*/ 1140373 h 6858000"/>
              <a:gd name="connsiteX319" fmla="*/ 9790597 w 12192000"/>
              <a:gd name="connsiteY319" fmla="*/ 1581931 h 6858000"/>
              <a:gd name="connsiteX320" fmla="*/ 10994146 w 12192000"/>
              <a:gd name="connsiteY320" fmla="*/ 1581931 h 6858000"/>
              <a:gd name="connsiteX321" fmla="*/ 7712907 w 12192000"/>
              <a:gd name="connsiteY321" fmla="*/ 759058 h 6858000"/>
              <a:gd name="connsiteX322" fmla="*/ 7332234 w 12192000"/>
              <a:gd name="connsiteY322" fmla="*/ 1140373 h 6858000"/>
              <a:gd name="connsiteX323" fmla="*/ 7332234 w 12192000"/>
              <a:gd name="connsiteY323" fmla="*/ 1581931 h 6858000"/>
              <a:gd name="connsiteX324" fmla="*/ 8535780 w 12192000"/>
              <a:gd name="connsiteY324" fmla="*/ 1581931 h 6858000"/>
              <a:gd name="connsiteX325" fmla="*/ 5255183 w 12192000"/>
              <a:gd name="connsiteY325" fmla="*/ 759058 h 6858000"/>
              <a:gd name="connsiteX326" fmla="*/ 4874509 w 12192000"/>
              <a:gd name="connsiteY326" fmla="*/ 1140373 h 6858000"/>
              <a:gd name="connsiteX327" fmla="*/ 4874509 w 12192000"/>
              <a:gd name="connsiteY327" fmla="*/ 1581931 h 6858000"/>
              <a:gd name="connsiteX328" fmla="*/ 6078056 w 12192000"/>
              <a:gd name="connsiteY328" fmla="*/ 1581931 h 6858000"/>
              <a:gd name="connsiteX329" fmla="*/ 2797458 w 12192000"/>
              <a:gd name="connsiteY329" fmla="*/ 759058 h 6858000"/>
              <a:gd name="connsiteX330" fmla="*/ 2416143 w 12192000"/>
              <a:gd name="connsiteY330" fmla="*/ 1140373 h 6858000"/>
              <a:gd name="connsiteX331" fmla="*/ 2416143 w 12192000"/>
              <a:gd name="connsiteY331" fmla="*/ 1581931 h 6858000"/>
              <a:gd name="connsiteX332" fmla="*/ 3619692 w 12192000"/>
              <a:gd name="connsiteY332" fmla="*/ 1581931 h 6858000"/>
              <a:gd name="connsiteX333" fmla="*/ 9782908 w 12192000"/>
              <a:gd name="connsiteY333" fmla="*/ 370693 h 6858000"/>
              <a:gd name="connsiteX334" fmla="*/ 9404796 w 12192000"/>
              <a:gd name="connsiteY334" fmla="*/ 748804 h 6858000"/>
              <a:gd name="connsiteX335" fmla="*/ 9782908 w 12192000"/>
              <a:gd name="connsiteY335" fmla="*/ 1126915 h 6858000"/>
              <a:gd name="connsiteX336" fmla="*/ 10161019 w 12192000"/>
              <a:gd name="connsiteY336" fmla="*/ 748804 h 6858000"/>
              <a:gd name="connsiteX337" fmla="*/ 7325184 w 12192000"/>
              <a:gd name="connsiteY337" fmla="*/ 370693 h 6858000"/>
              <a:gd name="connsiteX338" fmla="*/ 6947071 w 12192000"/>
              <a:gd name="connsiteY338" fmla="*/ 748804 h 6858000"/>
              <a:gd name="connsiteX339" fmla="*/ 7325184 w 12192000"/>
              <a:gd name="connsiteY339" fmla="*/ 1126915 h 6858000"/>
              <a:gd name="connsiteX340" fmla="*/ 7703295 w 12192000"/>
              <a:gd name="connsiteY340" fmla="*/ 748804 h 6858000"/>
              <a:gd name="connsiteX341" fmla="*/ 4867460 w 12192000"/>
              <a:gd name="connsiteY341" fmla="*/ 370693 h 6858000"/>
              <a:gd name="connsiteX342" fmla="*/ 4489347 w 12192000"/>
              <a:gd name="connsiteY342" fmla="*/ 748804 h 6858000"/>
              <a:gd name="connsiteX343" fmla="*/ 4867460 w 12192000"/>
              <a:gd name="connsiteY343" fmla="*/ 1126915 h 6858000"/>
              <a:gd name="connsiteX344" fmla="*/ 5245571 w 12192000"/>
              <a:gd name="connsiteY344" fmla="*/ 748804 h 6858000"/>
              <a:gd name="connsiteX345" fmla="*/ 2409094 w 12192000"/>
              <a:gd name="connsiteY345" fmla="*/ 370693 h 6858000"/>
              <a:gd name="connsiteX346" fmla="*/ 2030981 w 12192000"/>
              <a:gd name="connsiteY346" fmla="*/ 748804 h 6858000"/>
              <a:gd name="connsiteX347" fmla="*/ 2409094 w 12192000"/>
              <a:gd name="connsiteY347" fmla="*/ 1126915 h 6858000"/>
              <a:gd name="connsiteX348" fmla="*/ 2787204 w 12192000"/>
              <a:gd name="connsiteY348" fmla="*/ 748804 h 6858000"/>
              <a:gd name="connsiteX349" fmla="*/ 1077578 w 12192000"/>
              <a:gd name="connsiteY349" fmla="*/ 0 h 6858000"/>
              <a:gd name="connsiteX350" fmla="*/ 1098792 w 12192000"/>
              <a:gd name="connsiteY350" fmla="*/ 0 h 6858000"/>
              <a:gd name="connsiteX351" fmla="*/ 349988 w 12192000"/>
              <a:gd name="connsiteY351" fmla="*/ 748804 h 6858000"/>
              <a:gd name="connsiteX352" fmla="*/ 1179910 w 12192000"/>
              <a:gd name="connsiteY352" fmla="*/ 1578727 h 6858000"/>
              <a:gd name="connsiteX353" fmla="*/ 2009834 w 12192000"/>
              <a:gd name="connsiteY353" fmla="*/ 748804 h 6858000"/>
              <a:gd name="connsiteX354" fmla="*/ 1261028 w 12192000"/>
              <a:gd name="connsiteY354" fmla="*/ 0 h 6858000"/>
              <a:gd name="connsiteX355" fmla="*/ 1282177 w 12192000"/>
              <a:gd name="connsiteY355" fmla="*/ 0 h 6858000"/>
              <a:gd name="connsiteX356" fmla="*/ 2020727 w 12192000"/>
              <a:gd name="connsiteY356" fmla="*/ 738550 h 6858000"/>
              <a:gd name="connsiteX357" fmla="*/ 2401403 w 12192000"/>
              <a:gd name="connsiteY357" fmla="*/ 357875 h 6858000"/>
              <a:gd name="connsiteX358" fmla="*/ 2401403 w 12192000"/>
              <a:gd name="connsiteY358" fmla="*/ 0 h 6858000"/>
              <a:gd name="connsiteX359" fmla="*/ 2416143 w 12192000"/>
              <a:gd name="connsiteY359" fmla="*/ 0 h 6858000"/>
              <a:gd name="connsiteX360" fmla="*/ 2416143 w 12192000"/>
              <a:gd name="connsiteY360" fmla="*/ 357235 h 6858000"/>
              <a:gd name="connsiteX361" fmla="*/ 2796817 w 12192000"/>
              <a:gd name="connsiteY361" fmla="*/ 737909 h 6858000"/>
              <a:gd name="connsiteX362" fmla="*/ 3535877 w 12192000"/>
              <a:gd name="connsiteY362" fmla="*/ 0 h 6858000"/>
              <a:gd name="connsiteX363" fmla="*/ 3557095 w 12192000"/>
              <a:gd name="connsiteY363" fmla="*/ 0 h 6858000"/>
              <a:gd name="connsiteX364" fmla="*/ 2807712 w 12192000"/>
              <a:gd name="connsiteY364" fmla="*/ 748804 h 6858000"/>
              <a:gd name="connsiteX365" fmla="*/ 3637635 w 12192000"/>
              <a:gd name="connsiteY365" fmla="*/ 1578727 h 6858000"/>
              <a:gd name="connsiteX366" fmla="*/ 4468198 w 12192000"/>
              <a:gd name="connsiteY366" fmla="*/ 748804 h 6858000"/>
              <a:gd name="connsiteX367" fmla="*/ 3719394 w 12192000"/>
              <a:gd name="connsiteY367" fmla="*/ 0 h 6858000"/>
              <a:gd name="connsiteX368" fmla="*/ 3739902 w 12192000"/>
              <a:gd name="connsiteY368" fmla="*/ 0 h 6858000"/>
              <a:gd name="connsiteX369" fmla="*/ 4478452 w 12192000"/>
              <a:gd name="connsiteY369" fmla="*/ 738550 h 6858000"/>
              <a:gd name="connsiteX370" fmla="*/ 4859127 w 12192000"/>
              <a:gd name="connsiteY370" fmla="*/ 357875 h 6858000"/>
              <a:gd name="connsiteX371" fmla="*/ 4859127 w 12192000"/>
              <a:gd name="connsiteY371" fmla="*/ 0 h 6858000"/>
              <a:gd name="connsiteX372" fmla="*/ 4874509 w 12192000"/>
              <a:gd name="connsiteY372" fmla="*/ 0 h 6858000"/>
              <a:gd name="connsiteX373" fmla="*/ 4874509 w 12192000"/>
              <a:gd name="connsiteY373" fmla="*/ 357235 h 6858000"/>
              <a:gd name="connsiteX374" fmla="*/ 5255183 w 12192000"/>
              <a:gd name="connsiteY374" fmla="*/ 737909 h 6858000"/>
              <a:gd name="connsiteX375" fmla="*/ 5993668 w 12192000"/>
              <a:gd name="connsiteY375" fmla="*/ 0 h 6858000"/>
              <a:gd name="connsiteX376" fmla="*/ 6014882 w 12192000"/>
              <a:gd name="connsiteY376" fmla="*/ 0 h 6858000"/>
              <a:gd name="connsiteX377" fmla="*/ 5266078 w 12192000"/>
              <a:gd name="connsiteY377" fmla="*/ 748804 h 6858000"/>
              <a:gd name="connsiteX378" fmla="*/ 6096000 w 12192000"/>
              <a:gd name="connsiteY378" fmla="*/ 1579368 h 6858000"/>
              <a:gd name="connsiteX379" fmla="*/ 6925923 w 12192000"/>
              <a:gd name="connsiteY379" fmla="*/ 749445 h 6858000"/>
              <a:gd name="connsiteX380" fmla="*/ 6177056 w 12192000"/>
              <a:gd name="connsiteY380" fmla="*/ 0 h 6858000"/>
              <a:gd name="connsiteX381" fmla="*/ 6198267 w 12192000"/>
              <a:gd name="connsiteY381" fmla="*/ 0 h 6858000"/>
              <a:gd name="connsiteX382" fmla="*/ 6936818 w 12192000"/>
              <a:gd name="connsiteY382" fmla="*/ 738550 h 6858000"/>
              <a:gd name="connsiteX383" fmla="*/ 7317493 w 12192000"/>
              <a:gd name="connsiteY383" fmla="*/ 357875 h 6858000"/>
              <a:gd name="connsiteX384" fmla="*/ 7317493 w 12192000"/>
              <a:gd name="connsiteY384" fmla="*/ 0 h 6858000"/>
              <a:gd name="connsiteX385" fmla="*/ 7332873 w 12192000"/>
              <a:gd name="connsiteY385" fmla="*/ 0 h 6858000"/>
              <a:gd name="connsiteX386" fmla="*/ 7332873 w 12192000"/>
              <a:gd name="connsiteY386" fmla="*/ 357235 h 6858000"/>
              <a:gd name="connsiteX387" fmla="*/ 7332234 w 12192000"/>
              <a:gd name="connsiteY387" fmla="*/ 357235 h 6858000"/>
              <a:gd name="connsiteX388" fmla="*/ 7712907 w 12192000"/>
              <a:gd name="connsiteY388" fmla="*/ 737909 h 6858000"/>
              <a:gd name="connsiteX389" fmla="*/ 8451967 w 12192000"/>
              <a:gd name="connsiteY389" fmla="*/ 0 h 6858000"/>
              <a:gd name="connsiteX390" fmla="*/ 8472607 w 12192000"/>
              <a:gd name="connsiteY390" fmla="*/ 0 h 6858000"/>
              <a:gd name="connsiteX391" fmla="*/ 7723803 w 12192000"/>
              <a:gd name="connsiteY391" fmla="*/ 748804 h 6858000"/>
              <a:gd name="connsiteX392" fmla="*/ 8553725 w 12192000"/>
              <a:gd name="connsiteY392" fmla="*/ 1578727 h 6858000"/>
              <a:gd name="connsiteX393" fmla="*/ 9383647 w 12192000"/>
              <a:gd name="connsiteY393" fmla="*/ 748804 h 6858000"/>
              <a:gd name="connsiteX394" fmla="*/ 8634843 w 12192000"/>
              <a:gd name="connsiteY394" fmla="*/ 0 h 6858000"/>
              <a:gd name="connsiteX395" fmla="*/ 8655992 w 12192000"/>
              <a:gd name="connsiteY395" fmla="*/ 0 h 6858000"/>
              <a:gd name="connsiteX396" fmla="*/ 9394542 w 12192000"/>
              <a:gd name="connsiteY396" fmla="*/ 738550 h 6858000"/>
              <a:gd name="connsiteX397" fmla="*/ 9775217 w 12192000"/>
              <a:gd name="connsiteY397" fmla="*/ 357875 h 6858000"/>
              <a:gd name="connsiteX398" fmla="*/ 9775217 w 12192000"/>
              <a:gd name="connsiteY398" fmla="*/ 0 h 6858000"/>
              <a:gd name="connsiteX399" fmla="*/ 9790597 w 12192000"/>
              <a:gd name="connsiteY399" fmla="*/ 0 h 6858000"/>
              <a:gd name="connsiteX400" fmla="*/ 9790597 w 12192000"/>
              <a:gd name="connsiteY400" fmla="*/ 357235 h 6858000"/>
              <a:gd name="connsiteX401" fmla="*/ 10171273 w 12192000"/>
              <a:gd name="connsiteY401" fmla="*/ 737909 h 6858000"/>
              <a:gd name="connsiteX402" fmla="*/ 10909758 w 12192000"/>
              <a:gd name="connsiteY402" fmla="*/ 0 h 6858000"/>
              <a:gd name="connsiteX403" fmla="*/ 10930909 w 12192000"/>
              <a:gd name="connsiteY403" fmla="*/ 0 h 6858000"/>
              <a:gd name="connsiteX404" fmla="*/ 10181527 w 12192000"/>
              <a:gd name="connsiteY404" fmla="*/ 748804 h 6858000"/>
              <a:gd name="connsiteX405" fmla="*/ 11011449 w 12192000"/>
              <a:gd name="connsiteY405" fmla="*/ 1578727 h 6858000"/>
              <a:gd name="connsiteX406" fmla="*/ 11841371 w 12192000"/>
              <a:gd name="connsiteY406" fmla="*/ 748804 h 6858000"/>
              <a:gd name="connsiteX407" fmla="*/ 11093146 w 12192000"/>
              <a:gd name="connsiteY407" fmla="*/ 0 h 6858000"/>
              <a:gd name="connsiteX408" fmla="*/ 11114357 w 12192000"/>
              <a:gd name="connsiteY408" fmla="*/ 0 h 6858000"/>
              <a:gd name="connsiteX409" fmla="*/ 11852908 w 12192000"/>
              <a:gd name="connsiteY409" fmla="*/ 738550 h 6858000"/>
              <a:gd name="connsiteX410" fmla="*/ 12192000 w 12192000"/>
              <a:gd name="connsiteY410" fmla="*/ 399457 h 6858000"/>
              <a:gd name="connsiteX411" fmla="*/ 12192000 w 12192000"/>
              <a:gd name="connsiteY411" fmla="*/ 419966 h 6858000"/>
              <a:gd name="connsiteX412" fmla="*/ 11863162 w 12192000"/>
              <a:gd name="connsiteY412" fmla="*/ 748804 h 6858000"/>
              <a:gd name="connsiteX413" fmla="*/ 12192000 w 12192000"/>
              <a:gd name="connsiteY413" fmla="*/ 1077643 h 6858000"/>
              <a:gd name="connsiteX414" fmla="*/ 12192000 w 12192000"/>
              <a:gd name="connsiteY414" fmla="*/ 1098791 h 6858000"/>
              <a:gd name="connsiteX415" fmla="*/ 11852908 w 12192000"/>
              <a:gd name="connsiteY415" fmla="*/ 759699 h 6858000"/>
              <a:gd name="connsiteX416" fmla="*/ 11030035 w 12192000"/>
              <a:gd name="connsiteY416" fmla="*/ 1581931 h 6858000"/>
              <a:gd name="connsiteX417" fmla="*/ 12192000 w 12192000"/>
              <a:gd name="connsiteY417" fmla="*/ 1581931 h 6858000"/>
              <a:gd name="connsiteX418" fmla="*/ 12192000 w 12192000"/>
              <a:gd name="connsiteY418" fmla="*/ 1597312 h 6858000"/>
              <a:gd name="connsiteX419" fmla="*/ 11030035 w 12192000"/>
              <a:gd name="connsiteY419" fmla="*/ 1597312 h 6858000"/>
              <a:gd name="connsiteX420" fmla="*/ 11852908 w 12192000"/>
              <a:gd name="connsiteY420" fmla="*/ 2419544 h 6858000"/>
              <a:gd name="connsiteX421" fmla="*/ 12192000 w 12192000"/>
              <a:gd name="connsiteY421" fmla="*/ 2080452 h 6858000"/>
              <a:gd name="connsiteX422" fmla="*/ 12192000 w 12192000"/>
              <a:gd name="connsiteY422" fmla="*/ 2100959 h 6858000"/>
              <a:gd name="connsiteX423" fmla="*/ 11863162 w 12192000"/>
              <a:gd name="connsiteY423" fmla="*/ 2429798 h 6858000"/>
              <a:gd name="connsiteX424" fmla="*/ 12192000 w 12192000"/>
              <a:gd name="connsiteY424" fmla="*/ 2758636 h 6858000"/>
              <a:gd name="connsiteX425" fmla="*/ 12192000 w 12192000"/>
              <a:gd name="connsiteY425" fmla="*/ 2780426 h 6858000"/>
              <a:gd name="connsiteX426" fmla="*/ 11852908 w 12192000"/>
              <a:gd name="connsiteY426" fmla="*/ 2441334 h 6858000"/>
              <a:gd name="connsiteX427" fmla="*/ 11030035 w 12192000"/>
              <a:gd name="connsiteY427" fmla="*/ 3263565 h 6858000"/>
              <a:gd name="connsiteX428" fmla="*/ 12192000 w 12192000"/>
              <a:gd name="connsiteY428" fmla="*/ 3263565 h 6858000"/>
              <a:gd name="connsiteX429" fmla="*/ 12192000 w 12192000"/>
              <a:gd name="connsiteY429" fmla="*/ 3278306 h 6858000"/>
              <a:gd name="connsiteX430" fmla="*/ 11030035 w 12192000"/>
              <a:gd name="connsiteY430" fmla="*/ 3278306 h 6858000"/>
              <a:gd name="connsiteX431" fmla="*/ 11852908 w 12192000"/>
              <a:gd name="connsiteY431" fmla="*/ 4101178 h 6858000"/>
              <a:gd name="connsiteX432" fmla="*/ 12192000 w 12192000"/>
              <a:gd name="connsiteY432" fmla="*/ 3762086 h 6858000"/>
              <a:gd name="connsiteX433" fmla="*/ 12192000 w 12192000"/>
              <a:gd name="connsiteY433" fmla="*/ 3781953 h 6858000"/>
              <a:gd name="connsiteX434" fmla="*/ 11863162 w 12192000"/>
              <a:gd name="connsiteY434" fmla="*/ 4110791 h 6858000"/>
              <a:gd name="connsiteX435" fmla="*/ 12192000 w 12192000"/>
              <a:gd name="connsiteY435" fmla="*/ 4439631 h 6858000"/>
              <a:gd name="connsiteX436" fmla="*/ 12192000 w 12192000"/>
              <a:gd name="connsiteY436" fmla="*/ 4461419 h 6858000"/>
              <a:gd name="connsiteX437" fmla="*/ 11852908 w 12192000"/>
              <a:gd name="connsiteY437" fmla="*/ 4122327 h 6858000"/>
              <a:gd name="connsiteX438" fmla="*/ 11030035 w 12192000"/>
              <a:gd name="connsiteY438" fmla="*/ 4944558 h 6858000"/>
              <a:gd name="connsiteX439" fmla="*/ 12192000 w 12192000"/>
              <a:gd name="connsiteY439" fmla="*/ 4944558 h 6858000"/>
              <a:gd name="connsiteX440" fmla="*/ 12192000 w 12192000"/>
              <a:gd name="connsiteY440" fmla="*/ 4959940 h 6858000"/>
              <a:gd name="connsiteX441" fmla="*/ 11030035 w 12192000"/>
              <a:gd name="connsiteY441" fmla="*/ 4959940 h 6858000"/>
              <a:gd name="connsiteX442" fmla="*/ 11852908 w 12192000"/>
              <a:gd name="connsiteY442" fmla="*/ 5782171 h 6858000"/>
              <a:gd name="connsiteX443" fmla="*/ 12192000 w 12192000"/>
              <a:gd name="connsiteY443" fmla="*/ 5443080 h 6858000"/>
              <a:gd name="connsiteX444" fmla="*/ 12192000 w 12192000"/>
              <a:gd name="connsiteY444" fmla="*/ 5462946 h 6858000"/>
              <a:gd name="connsiteX445" fmla="*/ 11863162 w 12192000"/>
              <a:gd name="connsiteY445" fmla="*/ 5791784 h 6858000"/>
              <a:gd name="connsiteX446" fmla="*/ 12192000 w 12192000"/>
              <a:gd name="connsiteY446" fmla="*/ 6120624 h 6858000"/>
              <a:gd name="connsiteX447" fmla="*/ 12192000 w 12192000"/>
              <a:gd name="connsiteY447" fmla="*/ 6143053 h 6858000"/>
              <a:gd name="connsiteX448" fmla="*/ 11852908 w 12192000"/>
              <a:gd name="connsiteY448" fmla="*/ 5803961 h 6858000"/>
              <a:gd name="connsiteX449" fmla="*/ 11030035 w 12192000"/>
              <a:gd name="connsiteY449" fmla="*/ 6626193 h 6858000"/>
              <a:gd name="connsiteX450" fmla="*/ 12192000 w 12192000"/>
              <a:gd name="connsiteY450" fmla="*/ 6626193 h 6858000"/>
              <a:gd name="connsiteX451" fmla="*/ 12192000 w 12192000"/>
              <a:gd name="connsiteY451" fmla="*/ 6641575 h 6858000"/>
              <a:gd name="connsiteX452" fmla="*/ 11030035 w 12192000"/>
              <a:gd name="connsiteY452" fmla="*/ 6641575 h 6858000"/>
              <a:gd name="connsiteX453" fmla="*/ 11246629 w 12192000"/>
              <a:gd name="connsiteY453" fmla="*/ 6858000 h 6858000"/>
              <a:gd name="connsiteX454" fmla="*/ 11225311 w 12192000"/>
              <a:gd name="connsiteY454" fmla="*/ 6858000 h 6858000"/>
              <a:gd name="connsiteX455" fmla="*/ 11011449 w 12192000"/>
              <a:gd name="connsiteY455" fmla="*/ 6644138 h 6858000"/>
              <a:gd name="connsiteX456" fmla="*/ 10797587 w 12192000"/>
              <a:gd name="connsiteY456" fmla="*/ 6858000 h 6858000"/>
              <a:gd name="connsiteX457" fmla="*/ 10776438 w 12192000"/>
              <a:gd name="connsiteY457" fmla="*/ 6858000 h 6858000"/>
              <a:gd name="connsiteX458" fmla="*/ 10994146 w 12192000"/>
              <a:gd name="connsiteY458" fmla="*/ 6640292 h 6858000"/>
              <a:gd name="connsiteX459" fmla="*/ 9790597 w 12192000"/>
              <a:gd name="connsiteY459" fmla="*/ 6640292 h 6858000"/>
              <a:gd name="connsiteX460" fmla="*/ 9790597 w 12192000"/>
              <a:gd name="connsiteY460" fmla="*/ 6858000 h 6858000"/>
              <a:gd name="connsiteX461" fmla="*/ 9775217 w 12192000"/>
              <a:gd name="connsiteY461" fmla="*/ 6858000 h 6858000"/>
              <a:gd name="connsiteX462" fmla="*/ 9775217 w 12192000"/>
              <a:gd name="connsiteY462" fmla="*/ 6641575 h 6858000"/>
              <a:gd name="connsiteX463" fmla="*/ 8571669 w 12192000"/>
              <a:gd name="connsiteY463" fmla="*/ 6641575 h 6858000"/>
              <a:gd name="connsiteX464" fmla="*/ 8788263 w 12192000"/>
              <a:gd name="connsiteY464" fmla="*/ 6858000 h 6858000"/>
              <a:gd name="connsiteX465" fmla="*/ 8767587 w 12192000"/>
              <a:gd name="connsiteY465" fmla="*/ 6858000 h 6858000"/>
              <a:gd name="connsiteX466" fmla="*/ 8553725 w 12192000"/>
              <a:gd name="connsiteY466" fmla="*/ 6644138 h 6858000"/>
              <a:gd name="connsiteX467" fmla="*/ 8339863 w 12192000"/>
              <a:gd name="connsiteY467" fmla="*/ 6858000 h 6858000"/>
              <a:gd name="connsiteX468" fmla="*/ 8318072 w 12192000"/>
              <a:gd name="connsiteY468" fmla="*/ 6858000 h 6858000"/>
              <a:gd name="connsiteX469" fmla="*/ 8535780 w 12192000"/>
              <a:gd name="connsiteY469" fmla="*/ 6640292 h 6858000"/>
              <a:gd name="connsiteX470" fmla="*/ 7332234 w 12192000"/>
              <a:gd name="connsiteY470" fmla="*/ 6640292 h 6858000"/>
              <a:gd name="connsiteX471" fmla="*/ 7332234 w 12192000"/>
              <a:gd name="connsiteY471" fmla="*/ 6858000 h 6858000"/>
              <a:gd name="connsiteX472" fmla="*/ 7317493 w 12192000"/>
              <a:gd name="connsiteY472" fmla="*/ 6858000 h 6858000"/>
              <a:gd name="connsiteX473" fmla="*/ 7317493 w 12192000"/>
              <a:gd name="connsiteY473" fmla="*/ 6641575 h 6858000"/>
              <a:gd name="connsiteX474" fmla="*/ 6113945 w 12192000"/>
              <a:gd name="connsiteY474" fmla="*/ 6641575 h 6858000"/>
              <a:gd name="connsiteX475" fmla="*/ 6330539 w 12192000"/>
              <a:gd name="connsiteY475" fmla="*/ 6858000 h 6858000"/>
              <a:gd name="connsiteX476" fmla="*/ 6309862 w 12192000"/>
              <a:gd name="connsiteY476" fmla="*/ 6858000 h 6858000"/>
              <a:gd name="connsiteX477" fmla="*/ 6096000 w 12192000"/>
              <a:gd name="connsiteY477" fmla="*/ 6644138 h 6858000"/>
              <a:gd name="connsiteX478" fmla="*/ 5882138 w 12192000"/>
              <a:gd name="connsiteY478" fmla="*/ 6858000 h 6858000"/>
              <a:gd name="connsiteX479" fmla="*/ 5860348 w 12192000"/>
              <a:gd name="connsiteY479" fmla="*/ 6858000 h 6858000"/>
              <a:gd name="connsiteX480" fmla="*/ 6078056 w 12192000"/>
              <a:gd name="connsiteY480" fmla="*/ 6640292 h 6858000"/>
              <a:gd name="connsiteX481" fmla="*/ 4874509 w 12192000"/>
              <a:gd name="connsiteY481" fmla="*/ 6640292 h 6858000"/>
              <a:gd name="connsiteX482" fmla="*/ 4874509 w 12192000"/>
              <a:gd name="connsiteY482" fmla="*/ 6858000 h 6858000"/>
              <a:gd name="connsiteX483" fmla="*/ 4859127 w 12192000"/>
              <a:gd name="connsiteY483" fmla="*/ 6858000 h 6858000"/>
              <a:gd name="connsiteX484" fmla="*/ 4859127 w 12192000"/>
              <a:gd name="connsiteY484" fmla="*/ 6641575 h 6858000"/>
              <a:gd name="connsiteX485" fmla="*/ 3655579 w 12192000"/>
              <a:gd name="connsiteY485" fmla="*/ 6641575 h 6858000"/>
              <a:gd name="connsiteX486" fmla="*/ 3872173 w 12192000"/>
              <a:gd name="connsiteY486" fmla="*/ 6858000 h 6858000"/>
              <a:gd name="connsiteX487" fmla="*/ 3852138 w 12192000"/>
              <a:gd name="connsiteY487" fmla="*/ 6858000 h 6858000"/>
              <a:gd name="connsiteX488" fmla="*/ 3638276 w 12192000"/>
              <a:gd name="connsiteY488" fmla="*/ 6644138 h 6858000"/>
              <a:gd name="connsiteX489" fmla="*/ 3424249 w 12192000"/>
              <a:gd name="connsiteY489" fmla="*/ 6858000 h 6858000"/>
              <a:gd name="connsiteX490" fmla="*/ 3401983 w 12192000"/>
              <a:gd name="connsiteY490" fmla="*/ 6858000 h 6858000"/>
              <a:gd name="connsiteX491" fmla="*/ 3619692 w 12192000"/>
              <a:gd name="connsiteY491" fmla="*/ 6640292 h 6858000"/>
              <a:gd name="connsiteX492" fmla="*/ 2416143 w 12192000"/>
              <a:gd name="connsiteY492" fmla="*/ 6640292 h 6858000"/>
              <a:gd name="connsiteX493" fmla="*/ 2416143 w 12192000"/>
              <a:gd name="connsiteY493" fmla="*/ 6858000 h 6858000"/>
              <a:gd name="connsiteX494" fmla="*/ 2401403 w 12192000"/>
              <a:gd name="connsiteY494" fmla="*/ 6858000 h 6858000"/>
              <a:gd name="connsiteX495" fmla="*/ 2401403 w 12192000"/>
              <a:gd name="connsiteY495" fmla="*/ 6641575 h 6858000"/>
              <a:gd name="connsiteX496" fmla="*/ 1197855 w 12192000"/>
              <a:gd name="connsiteY496" fmla="*/ 6641575 h 6858000"/>
              <a:gd name="connsiteX497" fmla="*/ 1414448 w 12192000"/>
              <a:gd name="connsiteY497" fmla="*/ 6858000 h 6858000"/>
              <a:gd name="connsiteX498" fmla="*/ 1393772 w 12192000"/>
              <a:gd name="connsiteY498" fmla="*/ 6858000 h 6858000"/>
              <a:gd name="connsiteX499" fmla="*/ 1179910 w 12192000"/>
              <a:gd name="connsiteY499" fmla="*/ 6644138 h 6858000"/>
              <a:gd name="connsiteX500" fmla="*/ 966048 w 12192000"/>
              <a:gd name="connsiteY500" fmla="*/ 6858000 h 6858000"/>
              <a:gd name="connsiteX501" fmla="*/ 944259 w 12192000"/>
              <a:gd name="connsiteY501" fmla="*/ 6858000 h 6858000"/>
              <a:gd name="connsiteX502" fmla="*/ 1161967 w 12192000"/>
              <a:gd name="connsiteY502" fmla="*/ 6640292 h 6858000"/>
              <a:gd name="connsiteX503" fmla="*/ 0 w 12192000"/>
              <a:gd name="connsiteY503" fmla="*/ 6640292 h 6858000"/>
              <a:gd name="connsiteX504" fmla="*/ 0 w 12192000"/>
              <a:gd name="connsiteY504" fmla="*/ 6625553 h 6858000"/>
              <a:gd name="connsiteX505" fmla="*/ 1161967 w 12192000"/>
              <a:gd name="connsiteY505" fmla="*/ 6625553 h 6858000"/>
              <a:gd name="connsiteX506" fmla="*/ 339093 w 12192000"/>
              <a:gd name="connsiteY506" fmla="*/ 5803320 h 6858000"/>
              <a:gd name="connsiteX507" fmla="*/ 0 w 12192000"/>
              <a:gd name="connsiteY507" fmla="*/ 6142414 h 6858000"/>
              <a:gd name="connsiteX508" fmla="*/ 0 w 12192000"/>
              <a:gd name="connsiteY508" fmla="*/ 6121905 h 6858000"/>
              <a:gd name="connsiteX509" fmla="*/ 328839 w 12192000"/>
              <a:gd name="connsiteY509" fmla="*/ 5793066 h 6858000"/>
              <a:gd name="connsiteX510" fmla="*/ 0 w 12192000"/>
              <a:gd name="connsiteY510" fmla="*/ 5463681 h 6858000"/>
              <a:gd name="connsiteX511" fmla="*/ 0 w 12192000"/>
              <a:gd name="connsiteY511" fmla="*/ 5443080 h 6858000"/>
              <a:gd name="connsiteX512" fmla="*/ 339093 w 12192000"/>
              <a:gd name="connsiteY512" fmla="*/ 5782171 h 6858000"/>
              <a:gd name="connsiteX513" fmla="*/ 1161967 w 12192000"/>
              <a:gd name="connsiteY513" fmla="*/ 4959299 h 6858000"/>
              <a:gd name="connsiteX514" fmla="*/ 0 w 12192000"/>
              <a:gd name="connsiteY514" fmla="*/ 4959299 h 6858000"/>
              <a:gd name="connsiteX515" fmla="*/ 0 w 12192000"/>
              <a:gd name="connsiteY515" fmla="*/ 4944558 h 6858000"/>
              <a:gd name="connsiteX516" fmla="*/ 1161967 w 12192000"/>
              <a:gd name="connsiteY516" fmla="*/ 4944558 h 6858000"/>
              <a:gd name="connsiteX517" fmla="*/ 339093 w 12192000"/>
              <a:gd name="connsiteY517" fmla="*/ 4121686 h 6858000"/>
              <a:gd name="connsiteX518" fmla="*/ 0 w 12192000"/>
              <a:gd name="connsiteY518" fmla="*/ 4461350 h 6858000"/>
              <a:gd name="connsiteX519" fmla="*/ 0 w 12192000"/>
              <a:gd name="connsiteY519" fmla="*/ 4440271 h 6858000"/>
              <a:gd name="connsiteX520" fmla="*/ 328839 w 12192000"/>
              <a:gd name="connsiteY520" fmla="*/ 4111432 h 6858000"/>
              <a:gd name="connsiteX521" fmla="*/ 0 w 12192000"/>
              <a:gd name="connsiteY521" fmla="*/ 3782594 h 6858000"/>
              <a:gd name="connsiteX522" fmla="*/ 0 w 12192000"/>
              <a:gd name="connsiteY522" fmla="*/ 3761445 h 6858000"/>
              <a:gd name="connsiteX523" fmla="*/ 339093 w 12192000"/>
              <a:gd name="connsiteY523" fmla="*/ 4100537 h 6858000"/>
              <a:gd name="connsiteX524" fmla="*/ 1161967 w 12192000"/>
              <a:gd name="connsiteY524" fmla="*/ 3278306 h 6858000"/>
              <a:gd name="connsiteX525" fmla="*/ 0 w 12192000"/>
              <a:gd name="connsiteY525" fmla="*/ 3278306 h 6858000"/>
              <a:gd name="connsiteX526" fmla="*/ 0 w 12192000"/>
              <a:gd name="connsiteY526" fmla="*/ 3262924 h 6858000"/>
              <a:gd name="connsiteX527" fmla="*/ 1161967 w 12192000"/>
              <a:gd name="connsiteY527" fmla="*/ 3262924 h 6858000"/>
              <a:gd name="connsiteX528" fmla="*/ 339093 w 12192000"/>
              <a:gd name="connsiteY528" fmla="*/ 2440693 h 6858000"/>
              <a:gd name="connsiteX529" fmla="*/ 0 w 12192000"/>
              <a:gd name="connsiteY529" fmla="*/ 2779787 h 6858000"/>
              <a:gd name="connsiteX530" fmla="*/ 0 w 12192000"/>
              <a:gd name="connsiteY530" fmla="*/ 2759277 h 6858000"/>
              <a:gd name="connsiteX531" fmla="*/ 328839 w 12192000"/>
              <a:gd name="connsiteY531" fmla="*/ 2430439 h 6858000"/>
              <a:gd name="connsiteX532" fmla="*/ 0 w 12192000"/>
              <a:gd name="connsiteY532" fmla="*/ 2101053 h 6858000"/>
              <a:gd name="connsiteX533" fmla="*/ 0 w 12192000"/>
              <a:gd name="connsiteY533" fmla="*/ 2080451 h 6858000"/>
              <a:gd name="connsiteX534" fmla="*/ 339093 w 12192000"/>
              <a:gd name="connsiteY534" fmla="*/ 2419544 h 6858000"/>
              <a:gd name="connsiteX535" fmla="*/ 1161967 w 12192000"/>
              <a:gd name="connsiteY535" fmla="*/ 1596671 h 6858000"/>
              <a:gd name="connsiteX536" fmla="*/ 0 w 12192000"/>
              <a:gd name="connsiteY536" fmla="*/ 1596671 h 6858000"/>
              <a:gd name="connsiteX537" fmla="*/ 0 w 12192000"/>
              <a:gd name="connsiteY537" fmla="*/ 1581931 h 6858000"/>
              <a:gd name="connsiteX538" fmla="*/ 1161967 w 12192000"/>
              <a:gd name="connsiteY538" fmla="*/ 1581931 h 6858000"/>
              <a:gd name="connsiteX539" fmla="*/ 339093 w 12192000"/>
              <a:gd name="connsiteY539" fmla="*/ 759058 h 6858000"/>
              <a:gd name="connsiteX540" fmla="*/ 0 w 12192000"/>
              <a:gd name="connsiteY540" fmla="*/ 1098722 h 6858000"/>
              <a:gd name="connsiteX541" fmla="*/ 0 w 12192000"/>
              <a:gd name="connsiteY541" fmla="*/ 1077643 h 6858000"/>
              <a:gd name="connsiteX542" fmla="*/ 328839 w 12192000"/>
              <a:gd name="connsiteY542" fmla="*/ 748804 h 6858000"/>
              <a:gd name="connsiteX543" fmla="*/ 0 w 12192000"/>
              <a:gd name="connsiteY543" fmla="*/ 419966 h 6858000"/>
              <a:gd name="connsiteX544" fmla="*/ 0 w 12192000"/>
              <a:gd name="connsiteY544" fmla="*/ 398817 h 6858000"/>
              <a:gd name="connsiteX545" fmla="*/ 339093 w 12192000"/>
              <a:gd name="connsiteY545" fmla="*/ 73790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</a:cxnLst>
            <a:rect l="l" t="t" r="r" b="b"/>
            <a:pathLst>
              <a:path w="12192000" h="6858000">
                <a:moveTo>
                  <a:pt x="9394542" y="5803961"/>
                </a:moveTo>
                <a:lnTo>
                  <a:pt x="8571669" y="6626193"/>
                </a:lnTo>
                <a:lnTo>
                  <a:pt x="9775217" y="6626193"/>
                </a:lnTo>
                <a:lnTo>
                  <a:pt x="9775217" y="6184635"/>
                </a:lnTo>
                <a:close/>
                <a:moveTo>
                  <a:pt x="6936818" y="5803961"/>
                </a:moveTo>
                <a:lnTo>
                  <a:pt x="6113945" y="6626193"/>
                </a:lnTo>
                <a:lnTo>
                  <a:pt x="7317493" y="6626193"/>
                </a:lnTo>
                <a:lnTo>
                  <a:pt x="7317493" y="6184635"/>
                </a:lnTo>
                <a:close/>
                <a:moveTo>
                  <a:pt x="10171273" y="5803320"/>
                </a:moveTo>
                <a:lnTo>
                  <a:pt x="9790597" y="6183996"/>
                </a:lnTo>
                <a:lnTo>
                  <a:pt x="9790597" y="6625553"/>
                </a:lnTo>
                <a:lnTo>
                  <a:pt x="10994146" y="6625553"/>
                </a:lnTo>
                <a:close/>
                <a:moveTo>
                  <a:pt x="7713549" y="5803320"/>
                </a:moveTo>
                <a:lnTo>
                  <a:pt x="7332234" y="6183996"/>
                </a:lnTo>
                <a:lnTo>
                  <a:pt x="7332234" y="6625553"/>
                </a:lnTo>
                <a:lnTo>
                  <a:pt x="8535780" y="6625553"/>
                </a:lnTo>
                <a:close/>
                <a:moveTo>
                  <a:pt x="5255183" y="5803320"/>
                </a:moveTo>
                <a:lnTo>
                  <a:pt x="4874509" y="6183996"/>
                </a:lnTo>
                <a:lnTo>
                  <a:pt x="4874509" y="6625553"/>
                </a:lnTo>
                <a:lnTo>
                  <a:pt x="6078056" y="6625553"/>
                </a:lnTo>
                <a:close/>
                <a:moveTo>
                  <a:pt x="4478452" y="5803320"/>
                </a:moveTo>
                <a:lnTo>
                  <a:pt x="3655579" y="6626193"/>
                </a:lnTo>
                <a:lnTo>
                  <a:pt x="4859127" y="6626193"/>
                </a:lnTo>
                <a:lnTo>
                  <a:pt x="4859127" y="6184635"/>
                </a:lnTo>
                <a:close/>
                <a:moveTo>
                  <a:pt x="2797458" y="5803320"/>
                </a:moveTo>
                <a:lnTo>
                  <a:pt x="2416143" y="6183996"/>
                </a:lnTo>
                <a:lnTo>
                  <a:pt x="2416143" y="6625553"/>
                </a:lnTo>
                <a:lnTo>
                  <a:pt x="3619692" y="6625553"/>
                </a:lnTo>
                <a:close/>
                <a:moveTo>
                  <a:pt x="2020727" y="5803320"/>
                </a:moveTo>
                <a:lnTo>
                  <a:pt x="1197855" y="6626193"/>
                </a:lnTo>
                <a:lnTo>
                  <a:pt x="2401403" y="6626193"/>
                </a:lnTo>
                <a:lnTo>
                  <a:pt x="2401403" y="6184635"/>
                </a:lnTo>
                <a:close/>
                <a:moveTo>
                  <a:pt x="9782908" y="5414956"/>
                </a:moveTo>
                <a:lnTo>
                  <a:pt x="9404796" y="5793066"/>
                </a:lnTo>
                <a:lnTo>
                  <a:pt x="9782908" y="6171177"/>
                </a:lnTo>
                <a:lnTo>
                  <a:pt x="10161019" y="5793066"/>
                </a:lnTo>
                <a:close/>
                <a:moveTo>
                  <a:pt x="7325184" y="5414956"/>
                </a:moveTo>
                <a:lnTo>
                  <a:pt x="6947071" y="5793066"/>
                </a:lnTo>
                <a:lnTo>
                  <a:pt x="7325184" y="6171177"/>
                </a:lnTo>
                <a:lnTo>
                  <a:pt x="7703295" y="5793066"/>
                </a:lnTo>
                <a:close/>
                <a:moveTo>
                  <a:pt x="4867460" y="5414956"/>
                </a:moveTo>
                <a:lnTo>
                  <a:pt x="4489347" y="5793066"/>
                </a:lnTo>
                <a:lnTo>
                  <a:pt x="4867460" y="6171177"/>
                </a:lnTo>
                <a:lnTo>
                  <a:pt x="5245571" y="5793066"/>
                </a:lnTo>
                <a:close/>
                <a:moveTo>
                  <a:pt x="2409094" y="5414956"/>
                </a:moveTo>
                <a:lnTo>
                  <a:pt x="2030981" y="5793066"/>
                </a:lnTo>
                <a:lnTo>
                  <a:pt x="2409094" y="6171177"/>
                </a:lnTo>
                <a:lnTo>
                  <a:pt x="2787204" y="5793066"/>
                </a:lnTo>
                <a:close/>
                <a:moveTo>
                  <a:pt x="11011449" y="4963144"/>
                </a:moveTo>
                <a:lnTo>
                  <a:pt x="10181527" y="5793066"/>
                </a:lnTo>
                <a:lnTo>
                  <a:pt x="11011449" y="6622989"/>
                </a:lnTo>
                <a:lnTo>
                  <a:pt x="11841371" y="5793066"/>
                </a:lnTo>
                <a:close/>
                <a:moveTo>
                  <a:pt x="8553725" y="4963144"/>
                </a:moveTo>
                <a:lnTo>
                  <a:pt x="7723803" y="5793066"/>
                </a:lnTo>
                <a:lnTo>
                  <a:pt x="8553725" y="6622989"/>
                </a:lnTo>
                <a:lnTo>
                  <a:pt x="9383647" y="5793066"/>
                </a:lnTo>
                <a:close/>
                <a:moveTo>
                  <a:pt x="6096000" y="4962503"/>
                </a:moveTo>
                <a:lnTo>
                  <a:pt x="5266078" y="5793066"/>
                </a:lnTo>
                <a:lnTo>
                  <a:pt x="6096000" y="6622989"/>
                </a:lnTo>
                <a:lnTo>
                  <a:pt x="6925923" y="5793066"/>
                </a:lnTo>
                <a:close/>
                <a:moveTo>
                  <a:pt x="3638276" y="4962503"/>
                </a:moveTo>
                <a:lnTo>
                  <a:pt x="2807712" y="5793066"/>
                </a:lnTo>
                <a:lnTo>
                  <a:pt x="3637635" y="6622989"/>
                </a:lnTo>
                <a:lnTo>
                  <a:pt x="4468198" y="5793066"/>
                </a:lnTo>
                <a:close/>
                <a:moveTo>
                  <a:pt x="1179910" y="4962503"/>
                </a:moveTo>
                <a:lnTo>
                  <a:pt x="349988" y="5793066"/>
                </a:lnTo>
                <a:lnTo>
                  <a:pt x="1179910" y="6622989"/>
                </a:lnTo>
                <a:lnTo>
                  <a:pt x="2009834" y="5793066"/>
                </a:lnTo>
                <a:close/>
                <a:moveTo>
                  <a:pt x="8571669" y="4959940"/>
                </a:moveTo>
                <a:lnTo>
                  <a:pt x="9394542" y="5782171"/>
                </a:lnTo>
                <a:lnTo>
                  <a:pt x="9775217" y="5401498"/>
                </a:lnTo>
                <a:lnTo>
                  <a:pt x="9775217" y="4959940"/>
                </a:lnTo>
                <a:close/>
                <a:moveTo>
                  <a:pt x="6113945" y="4959940"/>
                </a:moveTo>
                <a:lnTo>
                  <a:pt x="6936818" y="5782171"/>
                </a:lnTo>
                <a:lnTo>
                  <a:pt x="7317493" y="5401498"/>
                </a:lnTo>
                <a:lnTo>
                  <a:pt x="7317493" y="4959940"/>
                </a:lnTo>
                <a:close/>
                <a:moveTo>
                  <a:pt x="3655579" y="4959940"/>
                </a:moveTo>
                <a:lnTo>
                  <a:pt x="4478452" y="5782171"/>
                </a:lnTo>
                <a:lnTo>
                  <a:pt x="4859127" y="5401498"/>
                </a:lnTo>
                <a:lnTo>
                  <a:pt x="4859127" y="4959940"/>
                </a:lnTo>
                <a:close/>
                <a:moveTo>
                  <a:pt x="1197855" y="4959940"/>
                </a:moveTo>
                <a:lnTo>
                  <a:pt x="2020727" y="5782171"/>
                </a:lnTo>
                <a:lnTo>
                  <a:pt x="2401403" y="5401498"/>
                </a:lnTo>
                <a:lnTo>
                  <a:pt x="2401403" y="4959940"/>
                </a:lnTo>
                <a:close/>
                <a:moveTo>
                  <a:pt x="9790597" y="4959299"/>
                </a:moveTo>
                <a:lnTo>
                  <a:pt x="9790597" y="5401498"/>
                </a:lnTo>
                <a:lnTo>
                  <a:pt x="10171273" y="5782171"/>
                </a:lnTo>
                <a:lnTo>
                  <a:pt x="10994146" y="4959299"/>
                </a:lnTo>
                <a:close/>
                <a:moveTo>
                  <a:pt x="7332234" y="4959299"/>
                </a:moveTo>
                <a:lnTo>
                  <a:pt x="7332234" y="5401498"/>
                </a:lnTo>
                <a:lnTo>
                  <a:pt x="7712907" y="5782171"/>
                </a:lnTo>
                <a:lnTo>
                  <a:pt x="8535780" y="4959299"/>
                </a:lnTo>
                <a:close/>
                <a:moveTo>
                  <a:pt x="4874509" y="4959299"/>
                </a:moveTo>
                <a:lnTo>
                  <a:pt x="4874509" y="5401498"/>
                </a:lnTo>
                <a:lnTo>
                  <a:pt x="5255183" y="5782171"/>
                </a:lnTo>
                <a:lnTo>
                  <a:pt x="6078056" y="4959299"/>
                </a:lnTo>
                <a:close/>
                <a:moveTo>
                  <a:pt x="2416143" y="4959299"/>
                </a:moveTo>
                <a:lnTo>
                  <a:pt x="2416143" y="5401498"/>
                </a:lnTo>
                <a:lnTo>
                  <a:pt x="2796817" y="5782171"/>
                </a:lnTo>
                <a:lnTo>
                  <a:pt x="3619692" y="4959299"/>
                </a:lnTo>
                <a:close/>
                <a:moveTo>
                  <a:pt x="9394542" y="4122327"/>
                </a:moveTo>
                <a:lnTo>
                  <a:pt x="8571669" y="4944558"/>
                </a:lnTo>
                <a:lnTo>
                  <a:pt x="9775217" y="4944558"/>
                </a:lnTo>
                <a:lnTo>
                  <a:pt x="9775217" y="4503001"/>
                </a:lnTo>
                <a:close/>
                <a:moveTo>
                  <a:pt x="6936818" y="4122327"/>
                </a:moveTo>
                <a:lnTo>
                  <a:pt x="6113945" y="4944558"/>
                </a:lnTo>
                <a:lnTo>
                  <a:pt x="7317493" y="4944558"/>
                </a:lnTo>
                <a:lnTo>
                  <a:pt x="7317493" y="4503001"/>
                </a:lnTo>
                <a:close/>
                <a:moveTo>
                  <a:pt x="4478452" y="4122327"/>
                </a:moveTo>
                <a:lnTo>
                  <a:pt x="3655579" y="4944558"/>
                </a:lnTo>
                <a:lnTo>
                  <a:pt x="4859127" y="4944558"/>
                </a:lnTo>
                <a:lnTo>
                  <a:pt x="4859127" y="4503001"/>
                </a:lnTo>
                <a:close/>
                <a:moveTo>
                  <a:pt x="2020727" y="4122327"/>
                </a:moveTo>
                <a:lnTo>
                  <a:pt x="1197855" y="4944558"/>
                </a:lnTo>
                <a:lnTo>
                  <a:pt x="2401403" y="4944558"/>
                </a:lnTo>
                <a:lnTo>
                  <a:pt x="2401403" y="4503001"/>
                </a:lnTo>
                <a:close/>
                <a:moveTo>
                  <a:pt x="10171273" y="4121686"/>
                </a:moveTo>
                <a:lnTo>
                  <a:pt x="9790597" y="4503001"/>
                </a:lnTo>
                <a:lnTo>
                  <a:pt x="9790597" y="4944558"/>
                </a:lnTo>
                <a:lnTo>
                  <a:pt x="10994146" y="4944558"/>
                </a:lnTo>
                <a:close/>
                <a:moveTo>
                  <a:pt x="7712907" y="4121686"/>
                </a:moveTo>
                <a:lnTo>
                  <a:pt x="7332234" y="4503001"/>
                </a:lnTo>
                <a:lnTo>
                  <a:pt x="7332234" y="4944558"/>
                </a:lnTo>
                <a:lnTo>
                  <a:pt x="8535780" y="4944558"/>
                </a:lnTo>
                <a:close/>
                <a:moveTo>
                  <a:pt x="5255183" y="4121686"/>
                </a:moveTo>
                <a:lnTo>
                  <a:pt x="4874509" y="4503001"/>
                </a:lnTo>
                <a:lnTo>
                  <a:pt x="4874509" y="4944558"/>
                </a:lnTo>
                <a:lnTo>
                  <a:pt x="6078056" y="4944558"/>
                </a:lnTo>
                <a:close/>
                <a:moveTo>
                  <a:pt x="2797458" y="4121686"/>
                </a:moveTo>
                <a:lnTo>
                  <a:pt x="2416143" y="4503001"/>
                </a:lnTo>
                <a:lnTo>
                  <a:pt x="2416143" y="4944558"/>
                </a:lnTo>
                <a:lnTo>
                  <a:pt x="3619692" y="4944558"/>
                </a:lnTo>
                <a:close/>
                <a:moveTo>
                  <a:pt x="9782908" y="3733321"/>
                </a:moveTo>
                <a:lnTo>
                  <a:pt x="9404796" y="4111432"/>
                </a:lnTo>
                <a:lnTo>
                  <a:pt x="9782908" y="4489543"/>
                </a:lnTo>
                <a:lnTo>
                  <a:pt x="10161019" y="4111432"/>
                </a:lnTo>
                <a:close/>
                <a:moveTo>
                  <a:pt x="7325184" y="3733321"/>
                </a:moveTo>
                <a:lnTo>
                  <a:pt x="6947071" y="4111432"/>
                </a:lnTo>
                <a:lnTo>
                  <a:pt x="7325184" y="4489543"/>
                </a:lnTo>
                <a:lnTo>
                  <a:pt x="7703295" y="4111432"/>
                </a:lnTo>
                <a:close/>
                <a:moveTo>
                  <a:pt x="4867460" y="3733321"/>
                </a:moveTo>
                <a:lnTo>
                  <a:pt x="4489347" y="4111432"/>
                </a:lnTo>
                <a:lnTo>
                  <a:pt x="4867460" y="4489543"/>
                </a:lnTo>
                <a:lnTo>
                  <a:pt x="5245571" y="4111432"/>
                </a:lnTo>
                <a:close/>
                <a:moveTo>
                  <a:pt x="2409094" y="3733321"/>
                </a:moveTo>
                <a:lnTo>
                  <a:pt x="2030981" y="4111432"/>
                </a:lnTo>
                <a:lnTo>
                  <a:pt x="2409094" y="4489543"/>
                </a:lnTo>
                <a:lnTo>
                  <a:pt x="2787204" y="4111432"/>
                </a:lnTo>
                <a:close/>
                <a:moveTo>
                  <a:pt x="11012090" y="3281510"/>
                </a:moveTo>
                <a:lnTo>
                  <a:pt x="10181527" y="4111432"/>
                </a:lnTo>
                <a:lnTo>
                  <a:pt x="11011449" y="4941354"/>
                </a:lnTo>
                <a:lnTo>
                  <a:pt x="11842013" y="4111432"/>
                </a:lnTo>
                <a:close/>
                <a:moveTo>
                  <a:pt x="8554366" y="3281510"/>
                </a:moveTo>
                <a:lnTo>
                  <a:pt x="7723803" y="4111432"/>
                </a:lnTo>
                <a:lnTo>
                  <a:pt x="8553725" y="4941354"/>
                </a:lnTo>
                <a:lnTo>
                  <a:pt x="9384288" y="4111432"/>
                </a:lnTo>
                <a:close/>
                <a:moveTo>
                  <a:pt x="6096000" y="3281510"/>
                </a:moveTo>
                <a:lnTo>
                  <a:pt x="5266078" y="4111432"/>
                </a:lnTo>
                <a:lnTo>
                  <a:pt x="6096000" y="4941995"/>
                </a:lnTo>
                <a:lnTo>
                  <a:pt x="6925923" y="4111432"/>
                </a:lnTo>
                <a:close/>
                <a:moveTo>
                  <a:pt x="3638276" y="3281510"/>
                </a:moveTo>
                <a:lnTo>
                  <a:pt x="2807712" y="4111432"/>
                </a:lnTo>
                <a:lnTo>
                  <a:pt x="3637635" y="4941354"/>
                </a:lnTo>
                <a:lnTo>
                  <a:pt x="4468198" y="4111432"/>
                </a:lnTo>
                <a:close/>
                <a:moveTo>
                  <a:pt x="1179910" y="3281510"/>
                </a:moveTo>
                <a:lnTo>
                  <a:pt x="349988" y="4111432"/>
                </a:lnTo>
                <a:lnTo>
                  <a:pt x="1179910" y="4941354"/>
                </a:lnTo>
                <a:lnTo>
                  <a:pt x="2010473" y="4111432"/>
                </a:lnTo>
                <a:close/>
                <a:moveTo>
                  <a:pt x="9790597" y="3278306"/>
                </a:moveTo>
                <a:lnTo>
                  <a:pt x="9790597" y="3719863"/>
                </a:lnTo>
                <a:lnTo>
                  <a:pt x="10171273" y="4100537"/>
                </a:lnTo>
                <a:lnTo>
                  <a:pt x="10994146" y="3278306"/>
                </a:lnTo>
                <a:close/>
                <a:moveTo>
                  <a:pt x="8571669" y="3278306"/>
                </a:moveTo>
                <a:lnTo>
                  <a:pt x="9394542" y="4101178"/>
                </a:lnTo>
                <a:lnTo>
                  <a:pt x="9775217" y="3720504"/>
                </a:lnTo>
                <a:lnTo>
                  <a:pt x="9775217" y="3278306"/>
                </a:lnTo>
                <a:close/>
                <a:moveTo>
                  <a:pt x="7332873" y="3278306"/>
                </a:moveTo>
                <a:lnTo>
                  <a:pt x="7332873" y="3719863"/>
                </a:lnTo>
                <a:lnTo>
                  <a:pt x="7332234" y="3719863"/>
                </a:lnTo>
                <a:lnTo>
                  <a:pt x="7712907" y="4100537"/>
                </a:lnTo>
                <a:lnTo>
                  <a:pt x="8536421" y="3278306"/>
                </a:lnTo>
                <a:close/>
                <a:moveTo>
                  <a:pt x="6113945" y="3278306"/>
                </a:moveTo>
                <a:lnTo>
                  <a:pt x="6936818" y="4101178"/>
                </a:lnTo>
                <a:lnTo>
                  <a:pt x="7317493" y="3720504"/>
                </a:lnTo>
                <a:lnTo>
                  <a:pt x="7317493" y="3278306"/>
                </a:lnTo>
                <a:close/>
                <a:moveTo>
                  <a:pt x="4874509" y="3278306"/>
                </a:moveTo>
                <a:lnTo>
                  <a:pt x="4874509" y="3719863"/>
                </a:lnTo>
                <a:lnTo>
                  <a:pt x="5255183" y="4100537"/>
                </a:lnTo>
                <a:lnTo>
                  <a:pt x="6078056" y="3278306"/>
                </a:lnTo>
                <a:close/>
                <a:moveTo>
                  <a:pt x="3655579" y="3278306"/>
                </a:moveTo>
                <a:lnTo>
                  <a:pt x="4478452" y="4101178"/>
                </a:lnTo>
                <a:lnTo>
                  <a:pt x="4859127" y="3720504"/>
                </a:lnTo>
                <a:lnTo>
                  <a:pt x="4859127" y="3278306"/>
                </a:lnTo>
                <a:close/>
                <a:moveTo>
                  <a:pt x="2416143" y="3278306"/>
                </a:moveTo>
                <a:lnTo>
                  <a:pt x="2416143" y="3719863"/>
                </a:lnTo>
                <a:lnTo>
                  <a:pt x="2796817" y="4100537"/>
                </a:lnTo>
                <a:lnTo>
                  <a:pt x="3620331" y="3278306"/>
                </a:lnTo>
                <a:close/>
                <a:moveTo>
                  <a:pt x="1197855" y="3278306"/>
                </a:moveTo>
                <a:lnTo>
                  <a:pt x="2020727" y="4101178"/>
                </a:lnTo>
                <a:lnTo>
                  <a:pt x="2401403" y="3720504"/>
                </a:lnTo>
                <a:lnTo>
                  <a:pt x="2401403" y="3278306"/>
                </a:lnTo>
                <a:close/>
                <a:moveTo>
                  <a:pt x="9394542" y="2441334"/>
                </a:moveTo>
                <a:lnTo>
                  <a:pt x="8571669" y="3263565"/>
                </a:lnTo>
                <a:lnTo>
                  <a:pt x="9775217" y="3263565"/>
                </a:lnTo>
                <a:lnTo>
                  <a:pt x="9775217" y="2822008"/>
                </a:lnTo>
                <a:close/>
                <a:moveTo>
                  <a:pt x="6936818" y="2441334"/>
                </a:moveTo>
                <a:lnTo>
                  <a:pt x="6113945" y="3263565"/>
                </a:lnTo>
                <a:lnTo>
                  <a:pt x="7317493" y="3263565"/>
                </a:lnTo>
                <a:lnTo>
                  <a:pt x="7317493" y="2822008"/>
                </a:lnTo>
                <a:close/>
                <a:moveTo>
                  <a:pt x="4478452" y="2441334"/>
                </a:moveTo>
                <a:lnTo>
                  <a:pt x="3655579" y="3263565"/>
                </a:lnTo>
                <a:lnTo>
                  <a:pt x="4859127" y="3263565"/>
                </a:lnTo>
                <a:lnTo>
                  <a:pt x="4859127" y="2822008"/>
                </a:lnTo>
                <a:close/>
                <a:moveTo>
                  <a:pt x="2020727" y="2441334"/>
                </a:moveTo>
                <a:lnTo>
                  <a:pt x="1197855" y="3263565"/>
                </a:lnTo>
                <a:lnTo>
                  <a:pt x="2401403" y="3263565"/>
                </a:lnTo>
                <a:lnTo>
                  <a:pt x="2401403" y="2822008"/>
                </a:lnTo>
                <a:close/>
                <a:moveTo>
                  <a:pt x="5255183" y="2440693"/>
                </a:moveTo>
                <a:lnTo>
                  <a:pt x="4874509" y="2821368"/>
                </a:lnTo>
                <a:lnTo>
                  <a:pt x="4874509" y="3262924"/>
                </a:lnTo>
                <a:lnTo>
                  <a:pt x="6078056" y="3262924"/>
                </a:lnTo>
                <a:close/>
                <a:moveTo>
                  <a:pt x="2797458" y="2440693"/>
                </a:moveTo>
                <a:lnTo>
                  <a:pt x="2416143" y="2821368"/>
                </a:lnTo>
                <a:lnTo>
                  <a:pt x="2416143" y="3262924"/>
                </a:lnTo>
                <a:lnTo>
                  <a:pt x="3619692" y="3262924"/>
                </a:lnTo>
                <a:close/>
                <a:moveTo>
                  <a:pt x="10171273" y="2440052"/>
                </a:moveTo>
                <a:lnTo>
                  <a:pt x="9790597" y="2821368"/>
                </a:lnTo>
                <a:lnTo>
                  <a:pt x="9790597" y="3262924"/>
                </a:lnTo>
                <a:lnTo>
                  <a:pt x="10994146" y="3262924"/>
                </a:lnTo>
                <a:close/>
                <a:moveTo>
                  <a:pt x="7712907" y="2440052"/>
                </a:moveTo>
                <a:lnTo>
                  <a:pt x="7332234" y="2821368"/>
                </a:lnTo>
                <a:lnTo>
                  <a:pt x="7332234" y="3262924"/>
                </a:lnTo>
                <a:lnTo>
                  <a:pt x="8535780" y="3262924"/>
                </a:lnTo>
                <a:close/>
                <a:moveTo>
                  <a:pt x="9782908" y="2052328"/>
                </a:moveTo>
                <a:lnTo>
                  <a:pt x="9404796" y="2430439"/>
                </a:lnTo>
                <a:lnTo>
                  <a:pt x="9782908" y="2808550"/>
                </a:lnTo>
                <a:lnTo>
                  <a:pt x="10161019" y="2430439"/>
                </a:lnTo>
                <a:close/>
                <a:moveTo>
                  <a:pt x="7325184" y="2052328"/>
                </a:moveTo>
                <a:lnTo>
                  <a:pt x="6947071" y="2430439"/>
                </a:lnTo>
                <a:lnTo>
                  <a:pt x="7325184" y="2808550"/>
                </a:lnTo>
                <a:lnTo>
                  <a:pt x="7703295" y="2430439"/>
                </a:lnTo>
                <a:close/>
                <a:moveTo>
                  <a:pt x="4867460" y="2052328"/>
                </a:moveTo>
                <a:lnTo>
                  <a:pt x="4489347" y="2430439"/>
                </a:lnTo>
                <a:lnTo>
                  <a:pt x="4867460" y="2808550"/>
                </a:lnTo>
                <a:lnTo>
                  <a:pt x="5245571" y="2430439"/>
                </a:lnTo>
                <a:close/>
                <a:moveTo>
                  <a:pt x="2409094" y="2052328"/>
                </a:moveTo>
                <a:lnTo>
                  <a:pt x="2030981" y="2430439"/>
                </a:lnTo>
                <a:lnTo>
                  <a:pt x="2409094" y="2808550"/>
                </a:lnTo>
                <a:lnTo>
                  <a:pt x="2787204" y="2430439"/>
                </a:lnTo>
                <a:close/>
                <a:moveTo>
                  <a:pt x="11011449" y="1600517"/>
                </a:moveTo>
                <a:lnTo>
                  <a:pt x="10181527" y="2430439"/>
                </a:lnTo>
                <a:lnTo>
                  <a:pt x="11011449" y="3260361"/>
                </a:lnTo>
                <a:lnTo>
                  <a:pt x="11841371" y="2430439"/>
                </a:lnTo>
                <a:close/>
                <a:moveTo>
                  <a:pt x="8553725" y="1600517"/>
                </a:moveTo>
                <a:lnTo>
                  <a:pt x="7723803" y="2430439"/>
                </a:lnTo>
                <a:lnTo>
                  <a:pt x="8553725" y="3260361"/>
                </a:lnTo>
                <a:lnTo>
                  <a:pt x="9383647" y="2430439"/>
                </a:lnTo>
                <a:close/>
                <a:moveTo>
                  <a:pt x="6096000" y="1599875"/>
                </a:moveTo>
                <a:lnTo>
                  <a:pt x="5266078" y="2430439"/>
                </a:lnTo>
                <a:lnTo>
                  <a:pt x="6096000" y="3260361"/>
                </a:lnTo>
                <a:lnTo>
                  <a:pt x="6925923" y="2430439"/>
                </a:lnTo>
                <a:close/>
                <a:moveTo>
                  <a:pt x="3638276" y="1599875"/>
                </a:moveTo>
                <a:lnTo>
                  <a:pt x="2807712" y="2430439"/>
                </a:lnTo>
                <a:lnTo>
                  <a:pt x="3637635" y="3260361"/>
                </a:lnTo>
                <a:lnTo>
                  <a:pt x="4468198" y="2430439"/>
                </a:lnTo>
                <a:close/>
                <a:moveTo>
                  <a:pt x="1179910" y="1599875"/>
                </a:moveTo>
                <a:lnTo>
                  <a:pt x="349988" y="2430439"/>
                </a:lnTo>
                <a:lnTo>
                  <a:pt x="1179910" y="3260361"/>
                </a:lnTo>
                <a:lnTo>
                  <a:pt x="2009834" y="2430439"/>
                </a:lnTo>
                <a:close/>
                <a:moveTo>
                  <a:pt x="8571669" y="1597312"/>
                </a:moveTo>
                <a:lnTo>
                  <a:pt x="9394542" y="2419544"/>
                </a:lnTo>
                <a:lnTo>
                  <a:pt x="9775217" y="2038870"/>
                </a:lnTo>
                <a:lnTo>
                  <a:pt x="9775217" y="1597312"/>
                </a:lnTo>
                <a:close/>
                <a:moveTo>
                  <a:pt x="6113945" y="1597312"/>
                </a:moveTo>
                <a:lnTo>
                  <a:pt x="6936818" y="2419544"/>
                </a:lnTo>
                <a:lnTo>
                  <a:pt x="7317493" y="2038870"/>
                </a:lnTo>
                <a:lnTo>
                  <a:pt x="7317493" y="1597312"/>
                </a:lnTo>
                <a:close/>
                <a:moveTo>
                  <a:pt x="3655579" y="1597312"/>
                </a:moveTo>
                <a:lnTo>
                  <a:pt x="4478452" y="2419544"/>
                </a:lnTo>
                <a:lnTo>
                  <a:pt x="4859127" y="2038870"/>
                </a:lnTo>
                <a:lnTo>
                  <a:pt x="4859127" y="1597312"/>
                </a:lnTo>
                <a:close/>
                <a:moveTo>
                  <a:pt x="1197855" y="1597312"/>
                </a:moveTo>
                <a:lnTo>
                  <a:pt x="2020727" y="2419544"/>
                </a:lnTo>
                <a:lnTo>
                  <a:pt x="2401403" y="2038870"/>
                </a:lnTo>
                <a:lnTo>
                  <a:pt x="2401403" y="1597312"/>
                </a:lnTo>
                <a:close/>
                <a:moveTo>
                  <a:pt x="9790597" y="1596671"/>
                </a:moveTo>
                <a:lnTo>
                  <a:pt x="9790597" y="2038870"/>
                </a:lnTo>
                <a:lnTo>
                  <a:pt x="10171273" y="2419544"/>
                </a:lnTo>
                <a:lnTo>
                  <a:pt x="10994146" y="1596671"/>
                </a:lnTo>
                <a:close/>
                <a:moveTo>
                  <a:pt x="7332234" y="1596671"/>
                </a:moveTo>
                <a:lnTo>
                  <a:pt x="7332234" y="2038870"/>
                </a:lnTo>
                <a:lnTo>
                  <a:pt x="7712907" y="2419544"/>
                </a:lnTo>
                <a:lnTo>
                  <a:pt x="8535780" y="1596671"/>
                </a:lnTo>
                <a:close/>
                <a:moveTo>
                  <a:pt x="4874509" y="1596671"/>
                </a:moveTo>
                <a:lnTo>
                  <a:pt x="4874509" y="2038870"/>
                </a:lnTo>
                <a:lnTo>
                  <a:pt x="5255183" y="2419544"/>
                </a:lnTo>
                <a:lnTo>
                  <a:pt x="6078056" y="1596671"/>
                </a:lnTo>
                <a:close/>
                <a:moveTo>
                  <a:pt x="2416143" y="1596671"/>
                </a:moveTo>
                <a:lnTo>
                  <a:pt x="2416143" y="2038870"/>
                </a:lnTo>
                <a:lnTo>
                  <a:pt x="2796817" y="2419544"/>
                </a:lnTo>
                <a:lnTo>
                  <a:pt x="3619692" y="1596671"/>
                </a:lnTo>
                <a:close/>
                <a:moveTo>
                  <a:pt x="9394542" y="759699"/>
                </a:moveTo>
                <a:lnTo>
                  <a:pt x="8571669" y="1581931"/>
                </a:lnTo>
                <a:lnTo>
                  <a:pt x="9775217" y="1581931"/>
                </a:lnTo>
                <a:lnTo>
                  <a:pt x="9775217" y="1140373"/>
                </a:lnTo>
                <a:close/>
                <a:moveTo>
                  <a:pt x="6936818" y="759699"/>
                </a:moveTo>
                <a:lnTo>
                  <a:pt x="6113945" y="1581931"/>
                </a:lnTo>
                <a:lnTo>
                  <a:pt x="7317493" y="1581931"/>
                </a:lnTo>
                <a:lnTo>
                  <a:pt x="7317493" y="1140373"/>
                </a:lnTo>
                <a:close/>
                <a:moveTo>
                  <a:pt x="4478452" y="759699"/>
                </a:moveTo>
                <a:lnTo>
                  <a:pt x="3655579" y="1581931"/>
                </a:lnTo>
                <a:lnTo>
                  <a:pt x="4859127" y="1581931"/>
                </a:lnTo>
                <a:lnTo>
                  <a:pt x="4859127" y="1140373"/>
                </a:lnTo>
                <a:close/>
                <a:moveTo>
                  <a:pt x="2020727" y="759699"/>
                </a:moveTo>
                <a:lnTo>
                  <a:pt x="1197855" y="1581931"/>
                </a:lnTo>
                <a:lnTo>
                  <a:pt x="2401403" y="1581931"/>
                </a:lnTo>
                <a:lnTo>
                  <a:pt x="2401403" y="1140373"/>
                </a:lnTo>
                <a:close/>
                <a:moveTo>
                  <a:pt x="10171273" y="759058"/>
                </a:moveTo>
                <a:lnTo>
                  <a:pt x="9790597" y="1140373"/>
                </a:lnTo>
                <a:lnTo>
                  <a:pt x="9790597" y="1581931"/>
                </a:lnTo>
                <a:lnTo>
                  <a:pt x="10994146" y="1581931"/>
                </a:lnTo>
                <a:close/>
                <a:moveTo>
                  <a:pt x="7712907" y="759058"/>
                </a:moveTo>
                <a:lnTo>
                  <a:pt x="7332234" y="1140373"/>
                </a:lnTo>
                <a:lnTo>
                  <a:pt x="7332234" y="1581931"/>
                </a:lnTo>
                <a:lnTo>
                  <a:pt x="8535780" y="1581931"/>
                </a:lnTo>
                <a:close/>
                <a:moveTo>
                  <a:pt x="5255183" y="759058"/>
                </a:moveTo>
                <a:lnTo>
                  <a:pt x="4874509" y="1140373"/>
                </a:lnTo>
                <a:lnTo>
                  <a:pt x="4874509" y="1581931"/>
                </a:lnTo>
                <a:lnTo>
                  <a:pt x="6078056" y="1581931"/>
                </a:lnTo>
                <a:close/>
                <a:moveTo>
                  <a:pt x="2797458" y="759058"/>
                </a:moveTo>
                <a:lnTo>
                  <a:pt x="2416143" y="1140373"/>
                </a:lnTo>
                <a:lnTo>
                  <a:pt x="2416143" y="1581931"/>
                </a:lnTo>
                <a:lnTo>
                  <a:pt x="3619692" y="1581931"/>
                </a:lnTo>
                <a:close/>
                <a:moveTo>
                  <a:pt x="9782908" y="370693"/>
                </a:moveTo>
                <a:lnTo>
                  <a:pt x="9404796" y="748804"/>
                </a:lnTo>
                <a:lnTo>
                  <a:pt x="9782908" y="1126915"/>
                </a:lnTo>
                <a:lnTo>
                  <a:pt x="10161019" y="748804"/>
                </a:lnTo>
                <a:close/>
                <a:moveTo>
                  <a:pt x="7325184" y="370693"/>
                </a:moveTo>
                <a:lnTo>
                  <a:pt x="6947071" y="748804"/>
                </a:lnTo>
                <a:lnTo>
                  <a:pt x="7325184" y="1126915"/>
                </a:lnTo>
                <a:lnTo>
                  <a:pt x="7703295" y="748804"/>
                </a:lnTo>
                <a:close/>
                <a:moveTo>
                  <a:pt x="4867460" y="370693"/>
                </a:moveTo>
                <a:lnTo>
                  <a:pt x="4489347" y="748804"/>
                </a:lnTo>
                <a:lnTo>
                  <a:pt x="4867460" y="1126915"/>
                </a:lnTo>
                <a:lnTo>
                  <a:pt x="5245571" y="748804"/>
                </a:lnTo>
                <a:close/>
                <a:moveTo>
                  <a:pt x="2409094" y="370693"/>
                </a:moveTo>
                <a:lnTo>
                  <a:pt x="2030981" y="748804"/>
                </a:lnTo>
                <a:lnTo>
                  <a:pt x="2409094" y="1126915"/>
                </a:lnTo>
                <a:lnTo>
                  <a:pt x="2787204" y="748804"/>
                </a:lnTo>
                <a:close/>
                <a:moveTo>
                  <a:pt x="1077578" y="0"/>
                </a:moveTo>
                <a:lnTo>
                  <a:pt x="1098792" y="0"/>
                </a:lnTo>
                <a:lnTo>
                  <a:pt x="349988" y="748804"/>
                </a:lnTo>
                <a:lnTo>
                  <a:pt x="1179910" y="1578727"/>
                </a:lnTo>
                <a:lnTo>
                  <a:pt x="2009834" y="748804"/>
                </a:lnTo>
                <a:lnTo>
                  <a:pt x="1261028" y="0"/>
                </a:lnTo>
                <a:lnTo>
                  <a:pt x="1282177" y="0"/>
                </a:lnTo>
                <a:lnTo>
                  <a:pt x="2020727" y="738550"/>
                </a:lnTo>
                <a:lnTo>
                  <a:pt x="2401403" y="357875"/>
                </a:lnTo>
                <a:lnTo>
                  <a:pt x="2401403" y="0"/>
                </a:lnTo>
                <a:lnTo>
                  <a:pt x="2416143" y="0"/>
                </a:lnTo>
                <a:lnTo>
                  <a:pt x="2416143" y="357235"/>
                </a:lnTo>
                <a:lnTo>
                  <a:pt x="2796817" y="737909"/>
                </a:lnTo>
                <a:lnTo>
                  <a:pt x="3535877" y="0"/>
                </a:lnTo>
                <a:lnTo>
                  <a:pt x="3557095" y="0"/>
                </a:lnTo>
                <a:lnTo>
                  <a:pt x="2807712" y="748804"/>
                </a:lnTo>
                <a:lnTo>
                  <a:pt x="3637635" y="1578727"/>
                </a:lnTo>
                <a:lnTo>
                  <a:pt x="4468198" y="748804"/>
                </a:lnTo>
                <a:lnTo>
                  <a:pt x="3719394" y="0"/>
                </a:lnTo>
                <a:lnTo>
                  <a:pt x="3739902" y="0"/>
                </a:lnTo>
                <a:lnTo>
                  <a:pt x="4478452" y="738550"/>
                </a:lnTo>
                <a:lnTo>
                  <a:pt x="4859127" y="357875"/>
                </a:lnTo>
                <a:lnTo>
                  <a:pt x="4859127" y="0"/>
                </a:lnTo>
                <a:lnTo>
                  <a:pt x="4874509" y="0"/>
                </a:lnTo>
                <a:lnTo>
                  <a:pt x="4874509" y="357235"/>
                </a:lnTo>
                <a:lnTo>
                  <a:pt x="5255183" y="737909"/>
                </a:lnTo>
                <a:lnTo>
                  <a:pt x="5993668" y="0"/>
                </a:lnTo>
                <a:lnTo>
                  <a:pt x="6014882" y="0"/>
                </a:lnTo>
                <a:lnTo>
                  <a:pt x="5266078" y="748804"/>
                </a:lnTo>
                <a:lnTo>
                  <a:pt x="6096000" y="1579368"/>
                </a:lnTo>
                <a:lnTo>
                  <a:pt x="6925923" y="749445"/>
                </a:lnTo>
                <a:lnTo>
                  <a:pt x="6177056" y="0"/>
                </a:lnTo>
                <a:lnTo>
                  <a:pt x="6198267" y="0"/>
                </a:lnTo>
                <a:lnTo>
                  <a:pt x="6936818" y="738550"/>
                </a:lnTo>
                <a:lnTo>
                  <a:pt x="7317493" y="357875"/>
                </a:lnTo>
                <a:lnTo>
                  <a:pt x="7317493" y="0"/>
                </a:lnTo>
                <a:lnTo>
                  <a:pt x="7332873" y="0"/>
                </a:lnTo>
                <a:lnTo>
                  <a:pt x="7332873" y="357235"/>
                </a:lnTo>
                <a:lnTo>
                  <a:pt x="7332234" y="357235"/>
                </a:lnTo>
                <a:lnTo>
                  <a:pt x="7712907" y="737909"/>
                </a:lnTo>
                <a:lnTo>
                  <a:pt x="8451967" y="0"/>
                </a:lnTo>
                <a:lnTo>
                  <a:pt x="8472607" y="0"/>
                </a:lnTo>
                <a:lnTo>
                  <a:pt x="7723803" y="748804"/>
                </a:lnTo>
                <a:lnTo>
                  <a:pt x="8553725" y="1578727"/>
                </a:lnTo>
                <a:lnTo>
                  <a:pt x="9383647" y="748804"/>
                </a:lnTo>
                <a:lnTo>
                  <a:pt x="8634843" y="0"/>
                </a:lnTo>
                <a:lnTo>
                  <a:pt x="8655992" y="0"/>
                </a:lnTo>
                <a:lnTo>
                  <a:pt x="9394542" y="738550"/>
                </a:lnTo>
                <a:lnTo>
                  <a:pt x="9775217" y="357875"/>
                </a:lnTo>
                <a:lnTo>
                  <a:pt x="9775217" y="0"/>
                </a:lnTo>
                <a:lnTo>
                  <a:pt x="9790597" y="0"/>
                </a:lnTo>
                <a:lnTo>
                  <a:pt x="9790597" y="357235"/>
                </a:lnTo>
                <a:lnTo>
                  <a:pt x="10171273" y="737909"/>
                </a:lnTo>
                <a:lnTo>
                  <a:pt x="10909758" y="0"/>
                </a:lnTo>
                <a:lnTo>
                  <a:pt x="10930909" y="0"/>
                </a:lnTo>
                <a:lnTo>
                  <a:pt x="10181527" y="748804"/>
                </a:lnTo>
                <a:lnTo>
                  <a:pt x="11011449" y="1578727"/>
                </a:lnTo>
                <a:lnTo>
                  <a:pt x="11841371" y="748804"/>
                </a:lnTo>
                <a:lnTo>
                  <a:pt x="11093146" y="0"/>
                </a:lnTo>
                <a:lnTo>
                  <a:pt x="11114357" y="0"/>
                </a:lnTo>
                <a:lnTo>
                  <a:pt x="11852908" y="738550"/>
                </a:lnTo>
                <a:lnTo>
                  <a:pt x="12192000" y="399457"/>
                </a:lnTo>
                <a:lnTo>
                  <a:pt x="12192000" y="419966"/>
                </a:lnTo>
                <a:lnTo>
                  <a:pt x="11863162" y="748804"/>
                </a:lnTo>
                <a:lnTo>
                  <a:pt x="12192000" y="1077643"/>
                </a:lnTo>
                <a:lnTo>
                  <a:pt x="12192000" y="1098791"/>
                </a:lnTo>
                <a:lnTo>
                  <a:pt x="11852908" y="759699"/>
                </a:lnTo>
                <a:lnTo>
                  <a:pt x="11030035" y="1581931"/>
                </a:lnTo>
                <a:lnTo>
                  <a:pt x="12192000" y="1581931"/>
                </a:lnTo>
                <a:lnTo>
                  <a:pt x="12192000" y="1597312"/>
                </a:lnTo>
                <a:lnTo>
                  <a:pt x="11030035" y="1597312"/>
                </a:lnTo>
                <a:lnTo>
                  <a:pt x="11852908" y="2419544"/>
                </a:lnTo>
                <a:lnTo>
                  <a:pt x="12192000" y="2080452"/>
                </a:lnTo>
                <a:lnTo>
                  <a:pt x="12192000" y="2100959"/>
                </a:lnTo>
                <a:lnTo>
                  <a:pt x="11863162" y="2429798"/>
                </a:lnTo>
                <a:lnTo>
                  <a:pt x="12192000" y="2758636"/>
                </a:lnTo>
                <a:lnTo>
                  <a:pt x="12192000" y="2780426"/>
                </a:lnTo>
                <a:lnTo>
                  <a:pt x="11852908" y="2441334"/>
                </a:lnTo>
                <a:lnTo>
                  <a:pt x="11030035" y="3263565"/>
                </a:lnTo>
                <a:lnTo>
                  <a:pt x="12192000" y="3263565"/>
                </a:lnTo>
                <a:lnTo>
                  <a:pt x="12192000" y="3278306"/>
                </a:lnTo>
                <a:lnTo>
                  <a:pt x="11030035" y="3278306"/>
                </a:lnTo>
                <a:lnTo>
                  <a:pt x="11852908" y="4101178"/>
                </a:lnTo>
                <a:lnTo>
                  <a:pt x="12192000" y="3762086"/>
                </a:lnTo>
                <a:lnTo>
                  <a:pt x="12192000" y="3781953"/>
                </a:lnTo>
                <a:lnTo>
                  <a:pt x="11863162" y="4110791"/>
                </a:lnTo>
                <a:lnTo>
                  <a:pt x="12192000" y="4439631"/>
                </a:lnTo>
                <a:lnTo>
                  <a:pt x="12192000" y="4461419"/>
                </a:lnTo>
                <a:lnTo>
                  <a:pt x="11852908" y="4122327"/>
                </a:lnTo>
                <a:lnTo>
                  <a:pt x="11030035" y="4944558"/>
                </a:lnTo>
                <a:lnTo>
                  <a:pt x="12192000" y="4944558"/>
                </a:lnTo>
                <a:lnTo>
                  <a:pt x="12192000" y="4959940"/>
                </a:lnTo>
                <a:lnTo>
                  <a:pt x="11030035" y="4959940"/>
                </a:lnTo>
                <a:lnTo>
                  <a:pt x="11852908" y="5782171"/>
                </a:lnTo>
                <a:lnTo>
                  <a:pt x="12192000" y="5443080"/>
                </a:lnTo>
                <a:lnTo>
                  <a:pt x="12192000" y="5462946"/>
                </a:lnTo>
                <a:lnTo>
                  <a:pt x="11863162" y="5791784"/>
                </a:lnTo>
                <a:lnTo>
                  <a:pt x="12192000" y="6120624"/>
                </a:lnTo>
                <a:lnTo>
                  <a:pt x="12192000" y="6143053"/>
                </a:lnTo>
                <a:lnTo>
                  <a:pt x="11852908" y="5803961"/>
                </a:lnTo>
                <a:lnTo>
                  <a:pt x="11030035" y="6626193"/>
                </a:lnTo>
                <a:lnTo>
                  <a:pt x="12192000" y="6626193"/>
                </a:lnTo>
                <a:lnTo>
                  <a:pt x="12192000" y="6641575"/>
                </a:lnTo>
                <a:lnTo>
                  <a:pt x="11030035" y="6641575"/>
                </a:lnTo>
                <a:lnTo>
                  <a:pt x="11246629" y="6858000"/>
                </a:lnTo>
                <a:lnTo>
                  <a:pt x="11225311" y="6858000"/>
                </a:lnTo>
                <a:lnTo>
                  <a:pt x="11011449" y="6644138"/>
                </a:lnTo>
                <a:lnTo>
                  <a:pt x="10797587" y="6858000"/>
                </a:lnTo>
                <a:lnTo>
                  <a:pt x="10776438" y="6858000"/>
                </a:lnTo>
                <a:lnTo>
                  <a:pt x="10994146" y="6640292"/>
                </a:lnTo>
                <a:lnTo>
                  <a:pt x="9790597" y="6640292"/>
                </a:lnTo>
                <a:lnTo>
                  <a:pt x="9790597" y="6858000"/>
                </a:lnTo>
                <a:lnTo>
                  <a:pt x="9775217" y="6858000"/>
                </a:lnTo>
                <a:lnTo>
                  <a:pt x="9775217" y="6641575"/>
                </a:lnTo>
                <a:lnTo>
                  <a:pt x="8571669" y="6641575"/>
                </a:lnTo>
                <a:lnTo>
                  <a:pt x="8788263" y="6858000"/>
                </a:lnTo>
                <a:lnTo>
                  <a:pt x="8767587" y="6858000"/>
                </a:lnTo>
                <a:lnTo>
                  <a:pt x="8553725" y="6644138"/>
                </a:lnTo>
                <a:lnTo>
                  <a:pt x="8339863" y="6858000"/>
                </a:lnTo>
                <a:lnTo>
                  <a:pt x="8318072" y="6858000"/>
                </a:lnTo>
                <a:lnTo>
                  <a:pt x="8535780" y="6640292"/>
                </a:lnTo>
                <a:lnTo>
                  <a:pt x="7332234" y="6640292"/>
                </a:lnTo>
                <a:lnTo>
                  <a:pt x="7332234" y="6858000"/>
                </a:lnTo>
                <a:lnTo>
                  <a:pt x="7317493" y="6858000"/>
                </a:lnTo>
                <a:lnTo>
                  <a:pt x="7317493" y="6641575"/>
                </a:lnTo>
                <a:lnTo>
                  <a:pt x="6113945" y="6641575"/>
                </a:lnTo>
                <a:lnTo>
                  <a:pt x="6330539" y="6858000"/>
                </a:lnTo>
                <a:lnTo>
                  <a:pt x="6309862" y="6858000"/>
                </a:lnTo>
                <a:lnTo>
                  <a:pt x="6096000" y="6644138"/>
                </a:lnTo>
                <a:lnTo>
                  <a:pt x="5882138" y="6858000"/>
                </a:lnTo>
                <a:lnTo>
                  <a:pt x="5860348" y="6858000"/>
                </a:lnTo>
                <a:lnTo>
                  <a:pt x="6078056" y="6640292"/>
                </a:lnTo>
                <a:lnTo>
                  <a:pt x="4874509" y="6640292"/>
                </a:lnTo>
                <a:lnTo>
                  <a:pt x="4874509" y="6858000"/>
                </a:lnTo>
                <a:lnTo>
                  <a:pt x="4859127" y="6858000"/>
                </a:lnTo>
                <a:lnTo>
                  <a:pt x="4859127" y="6641575"/>
                </a:lnTo>
                <a:lnTo>
                  <a:pt x="3655579" y="6641575"/>
                </a:lnTo>
                <a:lnTo>
                  <a:pt x="3872173" y="6858000"/>
                </a:lnTo>
                <a:lnTo>
                  <a:pt x="3852138" y="6858000"/>
                </a:lnTo>
                <a:lnTo>
                  <a:pt x="3638276" y="6644138"/>
                </a:lnTo>
                <a:lnTo>
                  <a:pt x="3424249" y="6858000"/>
                </a:lnTo>
                <a:lnTo>
                  <a:pt x="3401983" y="6858000"/>
                </a:lnTo>
                <a:lnTo>
                  <a:pt x="3619692" y="6640292"/>
                </a:lnTo>
                <a:lnTo>
                  <a:pt x="2416143" y="6640292"/>
                </a:lnTo>
                <a:lnTo>
                  <a:pt x="2416143" y="6858000"/>
                </a:lnTo>
                <a:lnTo>
                  <a:pt x="2401403" y="6858000"/>
                </a:lnTo>
                <a:lnTo>
                  <a:pt x="2401403" y="6641575"/>
                </a:lnTo>
                <a:lnTo>
                  <a:pt x="1197855" y="6641575"/>
                </a:lnTo>
                <a:lnTo>
                  <a:pt x="1414448" y="6858000"/>
                </a:lnTo>
                <a:lnTo>
                  <a:pt x="1393772" y="6858000"/>
                </a:lnTo>
                <a:lnTo>
                  <a:pt x="1179910" y="6644138"/>
                </a:lnTo>
                <a:lnTo>
                  <a:pt x="966048" y="6858000"/>
                </a:lnTo>
                <a:lnTo>
                  <a:pt x="944259" y="6858000"/>
                </a:lnTo>
                <a:lnTo>
                  <a:pt x="1161967" y="6640292"/>
                </a:lnTo>
                <a:lnTo>
                  <a:pt x="0" y="6640292"/>
                </a:lnTo>
                <a:lnTo>
                  <a:pt x="0" y="6625553"/>
                </a:lnTo>
                <a:lnTo>
                  <a:pt x="1161967" y="6625553"/>
                </a:lnTo>
                <a:lnTo>
                  <a:pt x="339093" y="5803320"/>
                </a:lnTo>
                <a:lnTo>
                  <a:pt x="0" y="6142414"/>
                </a:lnTo>
                <a:lnTo>
                  <a:pt x="0" y="6121905"/>
                </a:lnTo>
                <a:lnTo>
                  <a:pt x="328839" y="5793066"/>
                </a:lnTo>
                <a:lnTo>
                  <a:pt x="0" y="5463681"/>
                </a:lnTo>
                <a:lnTo>
                  <a:pt x="0" y="5443080"/>
                </a:lnTo>
                <a:lnTo>
                  <a:pt x="339093" y="5782171"/>
                </a:lnTo>
                <a:lnTo>
                  <a:pt x="1161967" y="4959299"/>
                </a:lnTo>
                <a:lnTo>
                  <a:pt x="0" y="4959299"/>
                </a:lnTo>
                <a:lnTo>
                  <a:pt x="0" y="4944558"/>
                </a:lnTo>
                <a:lnTo>
                  <a:pt x="1161967" y="4944558"/>
                </a:lnTo>
                <a:lnTo>
                  <a:pt x="339093" y="4121686"/>
                </a:lnTo>
                <a:lnTo>
                  <a:pt x="0" y="4461350"/>
                </a:lnTo>
                <a:lnTo>
                  <a:pt x="0" y="4440271"/>
                </a:lnTo>
                <a:lnTo>
                  <a:pt x="328839" y="4111432"/>
                </a:lnTo>
                <a:lnTo>
                  <a:pt x="0" y="3782594"/>
                </a:lnTo>
                <a:lnTo>
                  <a:pt x="0" y="3761445"/>
                </a:lnTo>
                <a:lnTo>
                  <a:pt x="339093" y="4100537"/>
                </a:lnTo>
                <a:lnTo>
                  <a:pt x="1161967" y="3278306"/>
                </a:lnTo>
                <a:lnTo>
                  <a:pt x="0" y="3278306"/>
                </a:lnTo>
                <a:lnTo>
                  <a:pt x="0" y="3262924"/>
                </a:lnTo>
                <a:lnTo>
                  <a:pt x="1161967" y="3262924"/>
                </a:lnTo>
                <a:lnTo>
                  <a:pt x="339093" y="2440693"/>
                </a:lnTo>
                <a:lnTo>
                  <a:pt x="0" y="2779787"/>
                </a:lnTo>
                <a:lnTo>
                  <a:pt x="0" y="2759277"/>
                </a:lnTo>
                <a:lnTo>
                  <a:pt x="328839" y="2430439"/>
                </a:lnTo>
                <a:lnTo>
                  <a:pt x="0" y="2101053"/>
                </a:lnTo>
                <a:lnTo>
                  <a:pt x="0" y="2080451"/>
                </a:lnTo>
                <a:lnTo>
                  <a:pt x="339093" y="2419544"/>
                </a:lnTo>
                <a:lnTo>
                  <a:pt x="1161967" y="1596671"/>
                </a:lnTo>
                <a:lnTo>
                  <a:pt x="0" y="1596671"/>
                </a:lnTo>
                <a:lnTo>
                  <a:pt x="0" y="1581931"/>
                </a:lnTo>
                <a:lnTo>
                  <a:pt x="1161967" y="1581931"/>
                </a:lnTo>
                <a:lnTo>
                  <a:pt x="339093" y="759058"/>
                </a:lnTo>
                <a:lnTo>
                  <a:pt x="0" y="1098722"/>
                </a:lnTo>
                <a:lnTo>
                  <a:pt x="0" y="1077643"/>
                </a:lnTo>
                <a:lnTo>
                  <a:pt x="328839" y="748804"/>
                </a:lnTo>
                <a:lnTo>
                  <a:pt x="0" y="419966"/>
                </a:lnTo>
                <a:lnTo>
                  <a:pt x="0" y="398817"/>
                </a:lnTo>
                <a:lnTo>
                  <a:pt x="339093" y="737909"/>
                </a:lnTo>
                <a:close/>
              </a:path>
            </a:pathLst>
          </a:custGeom>
          <a:gradFill flip="none" rotWithShape="1">
            <a:gsLst>
              <a:gs pos="0">
                <a:srgbClr val="CCCED2">
                  <a:alpha val="48124"/>
                </a:srgbClr>
              </a:gs>
              <a:gs pos="100000">
                <a:srgbClr val="CCCED2">
                  <a:alpha val="0"/>
                </a:srgbClr>
              </a:gs>
            </a:gsLst>
            <a:lin ang="13500000" scaled="1"/>
            <a:tileRect/>
          </a:gradFill>
          <a:ln w="4048" cap="flat">
            <a:noFill/>
            <a:prstDash val="solid"/>
            <a:miter/>
          </a:ln>
        </p:spPr>
        <p:txBody>
          <a:bodyPr rtlCol="0" anchor="ctr"/>
          <a:lstStyle/>
          <a:p>
            <a:endParaRPr lang="ru-RU" b="0" i="0" dirty="0">
              <a:latin typeface="Onest" pitchFamily="2" charset="0"/>
            </a:endParaRPr>
          </a:p>
        </p:txBody>
      </p:sp>
      <p:sp>
        <p:nvSpPr>
          <p:cNvPr id="3" name="Полилиния 2">
            <a:extLst>
              <a:ext uri="{FF2B5EF4-FFF2-40B4-BE49-F238E27FC236}">
                <a16:creationId xmlns:a16="http://schemas.microsoft.com/office/drawing/2014/main" id="{FA1232F0-A8E4-0571-4987-39FCCA6C81B8}"/>
              </a:ext>
            </a:extLst>
          </p:cNvPr>
          <p:cNvSpPr/>
          <p:nvPr userDrawn="1"/>
        </p:nvSpPr>
        <p:spPr>
          <a:xfrm>
            <a:off x="479425" y="1041009"/>
            <a:ext cx="11233150" cy="5483616"/>
          </a:xfrm>
          <a:custGeom>
            <a:avLst/>
            <a:gdLst>
              <a:gd name="csX0" fmla="*/ 0 w 11233150"/>
              <a:gd name="csY0" fmla="*/ 0 h 5483616"/>
              <a:gd name="csX1" fmla="*/ 53301 w 11233150"/>
              <a:gd name="csY1" fmla="*/ 0 h 5483616"/>
              <a:gd name="csX2" fmla="*/ 1873405 w 11233150"/>
              <a:gd name="csY2" fmla="*/ 0 h 5483616"/>
              <a:gd name="csX3" fmla="*/ 11025681 w 11233150"/>
              <a:gd name="csY3" fmla="*/ 0 h 5483616"/>
              <a:gd name="csX4" fmla="*/ 11025751 w 11233150"/>
              <a:gd name="csY4" fmla="*/ 69 h 5483616"/>
              <a:gd name="csX5" fmla="*/ 11233150 w 11233150"/>
              <a:gd name="csY5" fmla="*/ 207468 h 5483616"/>
              <a:gd name="csX6" fmla="*/ 11233150 w 11233150"/>
              <a:gd name="csY6" fmla="*/ 4031152 h 5483616"/>
              <a:gd name="csX7" fmla="*/ 11233150 w 11233150"/>
              <a:gd name="csY7" fmla="*/ 5431083 h 5483616"/>
              <a:gd name="csX8" fmla="*/ 11233150 w 11233150"/>
              <a:gd name="csY8" fmla="*/ 5483616 h 5483616"/>
              <a:gd name="csX9" fmla="*/ 11179849 w 11233150"/>
              <a:gd name="csY9" fmla="*/ 5483616 h 5483616"/>
              <a:gd name="csX10" fmla="*/ 9359745 w 11233150"/>
              <a:gd name="csY10" fmla="*/ 5483616 h 5483616"/>
              <a:gd name="csX11" fmla="*/ 1549090 w 11233150"/>
              <a:gd name="csY11" fmla="*/ 5483616 h 5483616"/>
              <a:gd name="csX12" fmla="*/ 207468 w 11233150"/>
              <a:gd name="csY12" fmla="*/ 5483616 h 5483616"/>
              <a:gd name="csX13" fmla="*/ 0 w 11233150"/>
              <a:gd name="csY13" fmla="*/ 5483616 h 5483616"/>
              <a:gd name="csX14" fmla="*/ 0 w 11233150"/>
              <a:gd name="csY14" fmla="*/ 5276148 h 5483616"/>
              <a:gd name="csX15" fmla="*/ 0 w 11233150"/>
              <a:gd name="csY15" fmla="*/ 4554929 h 5483616"/>
              <a:gd name="csX16" fmla="*/ 0 w 11233150"/>
              <a:gd name="csY16" fmla="*/ 1452464 h 5483616"/>
              <a:gd name="csX17" fmla="*/ 0 w 11233150"/>
              <a:gd name="csY17" fmla="*/ 52534 h 54836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</a:cxnLst>
            <a:rect l="l" t="t" r="r" b="b"/>
            <a:pathLst>
              <a:path w="11233150" h="5483616">
                <a:moveTo>
                  <a:pt x="0" y="0"/>
                </a:moveTo>
                <a:lnTo>
                  <a:pt x="53301" y="0"/>
                </a:lnTo>
                <a:lnTo>
                  <a:pt x="1873405" y="0"/>
                </a:lnTo>
                <a:lnTo>
                  <a:pt x="11025681" y="0"/>
                </a:lnTo>
                <a:lnTo>
                  <a:pt x="11025751" y="69"/>
                </a:lnTo>
                <a:lnTo>
                  <a:pt x="11233150" y="207468"/>
                </a:lnTo>
                <a:lnTo>
                  <a:pt x="11233150" y="4031152"/>
                </a:lnTo>
                <a:lnTo>
                  <a:pt x="11233150" y="5431083"/>
                </a:lnTo>
                <a:lnTo>
                  <a:pt x="11233150" y="5483616"/>
                </a:lnTo>
                <a:lnTo>
                  <a:pt x="11179849" y="5483616"/>
                </a:lnTo>
                <a:lnTo>
                  <a:pt x="9359745" y="5483616"/>
                </a:lnTo>
                <a:lnTo>
                  <a:pt x="1549090" y="5483616"/>
                </a:lnTo>
                <a:lnTo>
                  <a:pt x="207468" y="5483616"/>
                </a:lnTo>
                <a:lnTo>
                  <a:pt x="0" y="5483616"/>
                </a:lnTo>
                <a:lnTo>
                  <a:pt x="0" y="5276148"/>
                </a:lnTo>
                <a:lnTo>
                  <a:pt x="0" y="4554929"/>
                </a:lnTo>
                <a:lnTo>
                  <a:pt x="0" y="1452464"/>
                </a:lnTo>
                <a:lnTo>
                  <a:pt x="0" y="5253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b="0" i="0" dirty="0">
              <a:latin typeface="Onest" pitchFamily="2" charset="0"/>
            </a:endParaRPr>
          </a:p>
        </p:txBody>
      </p:sp>
      <p:sp>
        <p:nvSpPr>
          <p:cNvPr id="22" name="Полилиния 21">
            <a:extLst>
              <a:ext uri="{FF2B5EF4-FFF2-40B4-BE49-F238E27FC236}">
                <a16:creationId xmlns:a16="http://schemas.microsoft.com/office/drawing/2014/main" id="{65692695-AECD-CE46-AD9C-BB04F997D6FF}"/>
              </a:ext>
            </a:extLst>
          </p:cNvPr>
          <p:cNvSpPr/>
          <p:nvPr userDrawn="1"/>
        </p:nvSpPr>
        <p:spPr>
          <a:xfrm>
            <a:off x="479426" y="1041009"/>
            <a:ext cx="11233149" cy="5483616"/>
          </a:xfrm>
          <a:custGeom>
            <a:avLst/>
            <a:gdLst>
              <a:gd name="connsiteX0" fmla="*/ 7997354 w 11233149"/>
              <a:gd name="connsiteY0" fmla="*/ 4545970 h 5483616"/>
              <a:gd name="connsiteX1" fmla="*/ 8765093 w 11233149"/>
              <a:gd name="connsiteY1" fmla="*/ 5313111 h 5483616"/>
              <a:gd name="connsiteX2" fmla="*/ 9120262 w 11233149"/>
              <a:gd name="connsiteY2" fmla="*/ 4957943 h 5483616"/>
              <a:gd name="connsiteX3" fmla="*/ 9120262 w 11233149"/>
              <a:gd name="connsiteY3" fmla="*/ 4545970 h 5483616"/>
              <a:gd name="connsiteX4" fmla="*/ 5704301 w 11233149"/>
              <a:gd name="connsiteY4" fmla="*/ 4545970 h 5483616"/>
              <a:gd name="connsiteX5" fmla="*/ 6472041 w 11233149"/>
              <a:gd name="connsiteY5" fmla="*/ 5313111 h 5483616"/>
              <a:gd name="connsiteX6" fmla="*/ 6827210 w 11233149"/>
              <a:gd name="connsiteY6" fmla="*/ 4957943 h 5483616"/>
              <a:gd name="connsiteX7" fmla="*/ 6827210 w 11233149"/>
              <a:gd name="connsiteY7" fmla="*/ 4545970 h 5483616"/>
              <a:gd name="connsiteX8" fmla="*/ 3410650 w 11233149"/>
              <a:gd name="connsiteY8" fmla="*/ 4545970 h 5483616"/>
              <a:gd name="connsiteX9" fmla="*/ 4178389 w 11233149"/>
              <a:gd name="connsiteY9" fmla="*/ 5313111 h 5483616"/>
              <a:gd name="connsiteX10" fmla="*/ 4533558 w 11233149"/>
              <a:gd name="connsiteY10" fmla="*/ 4957943 h 5483616"/>
              <a:gd name="connsiteX11" fmla="*/ 4533558 w 11233149"/>
              <a:gd name="connsiteY11" fmla="*/ 4545970 h 5483616"/>
              <a:gd name="connsiteX12" fmla="*/ 1117597 w 11233149"/>
              <a:gd name="connsiteY12" fmla="*/ 4545970 h 5483616"/>
              <a:gd name="connsiteX13" fmla="*/ 1885335 w 11233149"/>
              <a:gd name="connsiteY13" fmla="*/ 5313111 h 5483616"/>
              <a:gd name="connsiteX14" fmla="*/ 2240505 w 11233149"/>
              <a:gd name="connsiteY14" fmla="*/ 4957943 h 5483616"/>
              <a:gd name="connsiteX15" fmla="*/ 2240505 w 11233149"/>
              <a:gd name="connsiteY15" fmla="*/ 4545970 h 5483616"/>
              <a:gd name="connsiteX16" fmla="*/ 9134612 w 11233149"/>
              <a:gd name="connsiteY16" fmla="*/ 4545372 h 5483616"/>
              <a:gd name="connsiteX17" fmla="*/ 9134612 w 11233149"/>
              <a:gd name="connsiteY17" fmla="*/ 4957943 h 5483616"/>
              <a:gd name="connsiteX18" fmla="*/ 9489782 w 11233149"/>
              <a:gd name="connsiteY18" fmla="*/ 5313111 h 5483616"/>
              <a:gd name="connsiteX19" fmla="*/ 10257521 w 11233149"/>
              <a:gd name="connsiteY19" fmla="*/ 4545372 h 5483616"/>
              <a:gd name="connsiteX20" fmla="*/ 6840963 w 11233149"/>
              <a:gd name="connsiteY20" fmla="*/ 4545372 h 5483616"/>
              <a:gd name="connsiteX21" fmla="*/ 6840963 w 11233149"/>
              <a:gd name="connsiteY21" fmla="*/ 4957943 h 5483616"/>
              <a:gd name="connsiteX22" fmla="*/ 7196130 w 11233149"/>
              <a:gd name="connsiteY22" fmla="*/ 5313111 h 5483616"/>
              <a:gd name="connsiteX23" fmla="*/ 7963870 w 11233149"/>
              <a:gd name="connsiteY23" fmla="*/ 4545372 h 5483616"/>
              <a:gd name="connsiteX24" fmla="*/ 4547910 w 11233149"/>
              <a:gd name="connsiteY24" fmla="*/ 4545372 h 5483616"/>
              <a:gd name="connsiteX25" fmla="*/ 4547910 w 11233149"/>
              <a:gd name="connsiteY25" fmla="*/ 4957943 h 5483616"/>
              <a:gd name="connsiteX26" fmla="*/ 4903078 w 11233149"/>
              <a:gd name="connsiteY26" fmla="*/ 5313111 h 5483616"/>
              <a:gd name="connsiteX27" fmla="*/ 5670817 w 11233149"/>
              <a:gd name="connsiteY27" fmla="*/ 4545372 h 5483616"/>
              <a:gd name="connsiteX28" fmla="*/ 2254258 w 11233149"/>
              <a:gd name="connsiteY28" fmla="*/ 4545372 h 5483616"/>
              <a:gd name="connsiteX29" fmla="*/ 2254258 w 11233149"/>
              <a:gd name="connsiteY29" fmla="*/ 4957943 h 5483616"/>
              <a:gd name="connsiteX30" fmla="*/ 2609426 w 11233149"/>
              <a:gd name="connsiteY30" fmla="*/ 5313111 h 5483616"/>
              <a:gd name="connsiteX31" fmla="*/ 3377167 w 11233149"/>
              <a:gd name="connsiteY31" fmla="*/ 4545372 h 5483616"/>
              <a:gd name="connsiteX32" fmla="*/ 8765093 w 11233149"/>
              <a:gd name="connsiteY32" fmla="*/ 3764479 h 5483616"/>
              <a:gd name="connsiteX33" fmla="*/ 7997354 w 11233149"/>
              <a:gd name="connsiteY33" fmla="*/ 4531619 h 5483616"/>
              <a:gd name="connsiteX34" fmla="*/ 9120262 w 11233149"/>
              <a:gd name="connsiteY34" fmla="*/ 4531619 h 5483616"/>
              <a:gd name="connsiteX35" fmla="*/ 9120262 w 11233149"/>
              <a:gd name="connsiteY35" fmla="*/ 4119647 h 5483616"/>
              <a:gd name="connsiteX36" fmla="*/ 6472041 w 11233149"/>
              <a:gd name="connsiteY36" fmla="*/ 3764479 h 5483616"/>
              <a:gd name="connsiteX37" fmla="*/ 5704301 w 11233149"/>
              <a:gd name="connsiteY37" fmla="*/ 4531619 h 5483616"/>
              <a:gd name="connsiteX38" fmla="*/ 6827210 w 11233149"/>
              <a:gd name="connsiteY38" fmla="*/ 4531619 h 5483616"/>
              <a:gd name="connsiteX39" fmla="*/ 6827210 w 11233149"/>
              <a:gd name="connsiteY39" fmla="*/ 4119647 h 5483616"/>
              <a:gd name="connsiteX40" fmla="*/ 4178389 w 11233149"/>
              <a:gd name="connsiteY40" fmla="*/ 3764479 h 5483616"/>
              <a:gd name="connsiteX41" fmla="*/ 3410650 w 11233149"/>
              <a:gd name="connsiteY41" fmla="*/ 4531619 h 5483616"/>
              <a:gd name="connsiteX42" fmla="*/ 4533558 w 11233149"/>
              <a:gd name="connsiteY42" fmla="*/ 4531619 h 5483616"/>
              <a:gd name="connsiteX43" fmla="*/ 4533558 w 11233149"/>
              <a:gd name="connsiteY43" fmla="*/ 4119647 h 5483616"/>
              <a:gd name="connsiteX44" fmla="*/ 1885335 w 11233149"/>
              <a:gd name="connsiteY44" fmla="*/ 3764479 h 5483616"/>
              <a:gd name="connsiteX45" fmla="*/ 1117597 w 11233149"/>
              <a:gd name="connsiteY45" fmla="*/ 4531619 h 5483616"/>
              <a:gd name="connsiteX46" fmla="*/ 2240505 w 11233149"/>
              <a:gd name="connsiteY46" fmla="*/ 4531619 h 5483616"/>
              <a:gd name="connsiteX47" fmla="*/ 2240505 w 11233149"/>
              <a:gd name="connsiteY47" fmla="*/ 4119647 h 5483616"/>
              <a:gd name="connsiteX48" fmla="*/ 9489782 w 11233149"/>
              <a:gd name="connsiteY48" fmla="*/ 3763881 h 5483616"/>
              <a:gd name="connsiteX49" fmla="*/ 9134612 w 11233149"/>
              <a:gd name="connsiteY49" fmla="*/ 4119647 h 5483616"/>
              <a:gd name="connsiteX50" fmla="*/ 9134612 w 11233149"/>
              <a:gd name="connsiteY50" fmla="*/ 4531619 h 5483616"/>
              <a:gd name="connsiteX51" fmla="*/ 10257521 w 11233149"/>
              <a:gd name="connsiteY51" fmla="*/ 4531619 h 5483616"/>
              <a:gd name="connsiteX52" fmla="*/ 7196130 w 11233149"/>
              <a:gd name="connsiteY52" fmla="*/ 3763881 h 5483616"/>
              <a:gd name="connsiteX53" fmla="*/ 6840963 w 11233149"/>
              <a:gd name="connsiteY53" fmla="*/ 4119647 h 5483616"/>
              <a:gd name="connsiteX54" fmla="*/ 6840963 w 11233149"/>
              <a:gd name="connsiteY54" fmla="*/ 4531619 h 5483616"/>
              <a:gd name="connsiteX55" fmla="*/ 7963870 w 11233149"/>
              <a:gd name="connsiteY55" fmla="*/ 4531619 h 5483616"/>
              <a:gd name="connsiteX56" fmla="*/ 4903078 w 11233149"/>
              <a:gd name="connsiteY56" fmla="*/ 3763881 h 5483616"/>
              <a:gd name="connsiteX57" fmla="*/ 4547910 w 11233149"/>
              <a:gd name="connsiteY57" fmla="*/ 4119647 h 5483616"/>
              <a:gd name="connsiteX58" fmla="*/ 4547910 w 11233149"/>
              <a:gd name="connsiteY58" fmla="*/ 4531619 h 5483616"/>
              <a:gd name="connsiteX59" fmla="*/ 5670817 w 11233149"/>
              <a:gd name="connsiteY59" fmla="*/ 4531619 h 5483616"/>
              <a:gd name="connsiteX60" fmla="*/ 2610024 w 11233149"/>
              <a:gd name="connsiteY60" fmla="*/ 3763881 h 5483616"/>
              <a:gd name="connsiteX61" fmla="*/ 2254258 w 11233149"/>
              <a:gd name="connsiteY61" fmla="*/ 4119647 h 5483616"/>
              <a:gd name="connsiteX62" fmla="*/ 2254258 w 11233149"/>
              <a:gd name="connsiteY62" fmla="*/ 4531619 h 5483616"/>
              <a:gd name="connsiteX63" fmla="*/ 3377167 w 11233149"/>
              <a:gd name="connsiteY63" fmla="*/ 4531619 h 5483616"/>
              <a:gd name="connsiteX64" fmla="*/ 9127438 w 11233149"/>
              <a:gd name="connsiteY64" fmla="*/ 3401537 h 5483616"/>
              <a:gd name="connsiteX65" fmla="*/ 8774660 w 11233149"/>
              <a:gd name="connsiteY65" fmla="*/ 3754314 h 5483616"/>
              <a:gd name="connsiteX66" fmla="*/ 9127438 w 11233149"/>
              <a:gd name="connsiteY66" fmla="*/ 4107091 h 5483616"/>
              <a:gd name="connsiteX67" fmla="*/ 9480215 w 11233149"/>
              <a:gd name="connsiteY67" fmla="*/ 3754314 h 5483616"/>
              <a:gd name="connsiteX68" fmla="*/ 6834386 w 11233149"/>
              <a:gd name="connsiteY68" fmla="*/ 3401537 h 5483616"/>
              <a:gd name="connsiteX69" fmla="*/ 6481607 w 11233149"/>
              <a:gd name="connsiteY69" fmla="*/ 3754314 h 5483616"/>
              <a:gd name="connsiteX70" fmla="*/ 6834386 w 11233149"/>
              <a:gd name="connsiteY70" fmla="*/ 4107091 h 5483616"/>
              <a:gd name="connsiteX71" fmla="*/ 7187162 w 11233149"/>
              <a:gd name="connsiteY71" fmla="*/ 3754314 h 5483616"/>
              <a:gd name="connsiteX72" fmla="*/ 4541333 w 11233149"/>
              <a:gd name="connsiteY72" fmla="*/ 3401537 h 5483616"/>
              <a:gd name="connsiteX73" fmla="*/ 4188554 w 11233149"/>
              <a:gd name="connsiteY73" fmla="*/ 3754314 h 5483616"/>
              <a:gd name="connsiteX74" fmla="*/ 4541333 w 11233149"/>
              <a:gd name="connsiteY74" fmla="*/ 4107091 h 5483616"/>
              <a:gd name="connsiteX75" fmla="*/ 4894110 w 11233149"/>
              <a:gd name="connsiteY75" fmla="*/ 3754314 h 5483616"/>
              <a:gd name="connsiteX76" fmla="*/ 2247681 w 11233149"/>
              <a:gd name="connsiteY76" fmla="*/ 3401537 h 5483616"/>
              <a:gd name="connsiteX77" fmla="*/ 1894902 w 11233149"/>
              <a:gd name="connsiteY77" fmla="*/ 3754314 h 5483616"/>
              <a:gd name="connsiteX78" fmla="*/ 2247681 w 11233149"/>
              <a:gd name="connsiteY78" fmla="*/ 4107091 h 5483616"/>
              <a:gd name="connsiteX79" fmla="*/ 2600457 w 11233149"/>
              <a:gd name="connsiteY79" fmla="*/ 3754314 h 5483616"/>
              <a:gd name="connsiteX80" fmla="*/ 10274263 w 11233149"/>
              <a:gd name="connsiteY80" fmla="*/ 2979998 h 5483616"/>
              <a:gd name="connsiteX81" fmla="*/ 9499349 w 11233149"/>
              <a:gd name="connsiteY81" fmla="*/ 3754314 h 5483616"/>
              <a:gd name="connsiteX82" fmla="*/ 10273665 w 11233149"/>
              <a:gd name="connsiteY82" fmla="*/ 4528630 h 5483616"/>
              <a:gd name="connsiteX83" fmla="*/ 11048580 w 11233149"/>
              <a:gd name="connsiteY83" fmla="*/ 3754314 h 5483616"/>
              <a:gd name="connsiteX84" fmla="*/ 7981210 w 11233149"/>
              <a:gd name="connsiteY84" fmla="*/ 2979998 h 5483616"/>
              <a:gd name="connsiteX85" fmla="*/ 7206296 w 11233149"/>
              <a:gd name="connsiteY85" fmla="*/ 3754314 h 5483616"/>
              <a:gd name="connsiteX86" fmla="*/ 7980612 w 11233149"/>
              <a:gd name="connsiteY86" fmla="*/ 4528630 h 5483616"/>
              <a:gd name="connsiteX87" fmla="*/ 8755526 w 11233149"/>
              <a:gd name="connsiteY87" fmla="*/ 3754314 h 5483616"/>
              <a:gd name="connsiteX88" fmla="*/ 5687559 w 11233149"/>
              <a:gd name="connsiteY88" fmla="*/ 2979998 h 5483616"/>
              <a:gd name="connsiteX89" fmla="*/ 4913243 w 11233149"/>
              <a:gd name="connsiteY89" fmla="*/ 3754314 h 5483616"/>
              <a:gd name="connsiteX90" fmla="*/ 5687559 w 11233149"/>
              <a:gd name="connsiteY90" fmla="*/ 4529228 h 5483616"/>
              <a:gd name="connsiteX91" fmla="*/ 6461876 w 11233149"/>
              <a:gd name="connsiteY91" fmla="*/ 3754314 h 5483616"/>
              <a:gd name="connsiteX92" fmla="*/ 3394506 w 11233149"/>
              <a:gd name="connsiteY92" fmla="*/ 2979998 h 5483616"/>
              <a:gd name="connsiteX93" fmla="*/ 2619591 w 11233149"/>
              <a:gd name="connsiteY93" fmla="*/ 3754314 h 5483616"/>
              <a:gd name="connsiteX94" fmla="*/ 3393908 w 11233149"/>
              <a:gd name="connsiteY94" fmla="*/ 4528630 h 5483616"/>
              <a:gd name="connsiteX95" fmla="*/ 4168822 w 11233149"/>
              <a:gd name="connsiteY95" fmla="*/ 3754314 h 5483616"/>
              <a:gd name="connsiteX96" fmla="*/ 1100855 w 11233149"/>
              <a:gd name="connsiteY96" fmla="*/ 2979998 h 5483616"/>
              <a:gd name="connsiteX97" fmla="*/ 326538 w 11233149"/>
              <a:gd name="connsiteY97" fmla="*/ 3754314 h 5483616"/>
              <a:gd name="connsiteX98" fmla="*/ 1100855 w 11233149"/>
              <a:gd name="connsiteY98" fmla="*/ 4528630 h 5483616"/>
              <a:gd name="connsiteX99" fmla="*/ 1875768 w 11233149"/>
              <a:gd name="connsiteY99" fmla="*/ 3754314 h 5483616"/>
              <a:gd name="connsiteX100" fmla="*/ 9134612 w 11233149"/>
              <a:gd name="connsiteY100" fmla="*/ 2977008 h 5483616"/>
              <a:gd name="connsiteX101" fmla="*/ 9134612 w 11233149"/>
              <a:gd name="connsiteY101" fmla="*/ 3388980 h 5483616"/>
              <a:gd name="connsiteX102" fmla="*/ 9489782 w 11233149"/>
              <a:gd name="connsiteY102" fmla="*/ 3744149 h 5483616"/>
              <a:gd name="connsiteX103" fmla="*/ 10257521 w 11233149"/>
              <a:gd name="connsiteY103" fmla="*/ 2977008 h 5483616"/>
              <a:gd name="connsiteX104" fmla="*/ 7997354 w 11233149"/>
              <a:gd name="connsiteY104" fmla="*/ 2977008 h 5483616"/>
              <a:gd name="connsiteX105" fmla="*/ 8765093 w 11233149"/>
              <a:gd name="connsiteY105" fmla="*/ 3744747 h 5483616"/>
              <a:gd name="connsiteX106" fmla="*/ 9120262 w 11233149"/>
              <a:gd name="connsiteY106" fmla="*/ 3389578 h 5483616"/>
              <a:gd name="connsiteX107" fmla="*/ 9120262 w 11233149"/>
              <a:gd name="connsiteY107" fmla="*/ 2977008 h 5483616"/>
              <a:gd name="connsiteX108" fmla="*/ 6841559 w 11233149"/>
              <a:gd name="connsiteY108" fmla="*/ 2977008 h 5483616"/>
              <a:gd name="connsiteX109" fmla="*/ 6841559 w 11233149"/>
              <a:gd name="connsiteY109" fmla="*/ 3388980 h 5483616"/>
              <a:gd name="connsiteX110" fmla="*/ 6840963 w 11233149"/>
              <a:gd name="connsiteY110" fmla="*/ 3388980 h 5483616"/>
              <a:gd name="connsiteX111" fmla="*/ 7196130 w 11233149"/>
              <a:gd name="connsiteY111" fmla="*/ 3744149 h 5483616"/>
              <a:gd name="connsiteX112" fmla="*/ 7964468 w 11233149"/>
              <a:gd name="connsiteY112" fmla="*/ 2977008 h 5483616"/>
              <a:gd name="connsiteX113" fmla="*/ 5704301 w 11233149"/>
              <a:gd name="connsiteY113" fmla="*/ 2977008 h 5483616"/>
              <a:gd name="connsiteX114" fmla="*/ 6472041 w 11233149"/>
              <a:gd name="connsiteY114" fmla="*/ 3744747 h 5483616"/>
              <a:gd name="connsiteX115" fmla="*/ 6827210 w 11233149"/>
              <a:gd name="connsiteY115" fmla="*/ 3389578 h 5483616"/>
              <a:gd name="connsiteX116" fmla="*/ 6827210 w 11233149"/>
              <a:gd name="connsiteY116" fmla="*/ 2977008 h 5483616"/>
              <a:gd name="connsiteX117" fmla="*/ 4547910 w 11233149"/>
              <a:gd name="connsiteY117" fmla="*/ 2977008 h 5483616"/>
              <a:gd name="connsiteX118" fmla="*/ 4547910 w 11233149"/>
              <a:gd name="connsiteY118" fmla="*/ 3388980 h 5483616"/>
              <a:gd name="connsiteX119" fmla="*/ 4903078 w 11233149"/>
              <a:gd name="connsiteY119" fmla="*/ 3744149 h 5483616"/>
              <a:gd name="connsiteX120" fmla="*/ 5670817 w 11233149"/>
              <a:gd name="connsiteY120" fmla="*/ 2977008 h 5483616"/>
              <a:gd name="connsiteX121" fmla="*/ 3410650 w 11233149"/>
              <a:gd name="connsiteY121" fmla="*/ 2977008 h 5483616"/>
              <a:gd name="connsiteX122" fmla="*/ 4178389 w 11233149"/>
              <a:gd name="connsiteY122" fmla="*/ 3744747 h 5483616"/>
              <a:gd name="connsiteX123" fmla="*/ 4533558 w 11233149"/>
              <a:gd name="connsiteY123" fmla="*/ 3389578 h 5483616"/>
              <a:gd name="connsiteX124" fmla="*/ 4533558 w 11233149"/>
              <a:gd name="connsiteY124" fmla="*/ 2977008 h 5483616"/>
              <a:gd name="connsiteX125" fmla="*/ 2254258 w 11233149"/>
              <a:gd name="connsiteY125" fmla="*/ 2977008 h 5483616"/>
              <a:gd name="connsiteX126" fmla="*/ 2254258 w 11233149"/>
              <a:gd name="connsiteY126" fmla="*/ 3388980 h 5483616"/>
              <a:gd name="connsiteX127" fmla="*/ 2609426 w 11233149"/>
              <a:gd name="connsiteY127" fmla="*/ 3744149 h 5483616"/>
              <a:gd name="connsiteX128" fmla="*/ 3377764 w 11233149"/>
              <a:gd name="connsiteY128" fmla="*/ 2977008 h 5483616"/>
              <a:gd name="connsiteX129" fmla="*/ 1117597 w 11233149"/>
              <a:gd name="connsiteY129" fmla="*/ 2977008 h 5483616"/>
              <a:gd name="connsiteX130" fmla="*/ 1885335 w 11233149"/>
              <a:gd name="connsiteY130" fmla="*/ 3744747 h 5483616"/>
              <a:gd name="connsiteX131" fmla="*/ 2240505 w 11233149"/>
              <a:gd name="connsiteY131" fmla="*/ 3389578 h 5483616"/>
              <a:gd name="connsiteX132" fmla="*/ 2240505 w 11233149"/>
              <a:gd name="connsiteY132" fmla="*/ 2977008 h 5483616"/>
              <a:gd name="connsiteX133" fmla="*/ 8765093 w 11233149"/>
              <a:gd name="connsiteY133" fmla="*/ 2196115 h 5483616"/>
              <a:gd name="connsiteX134" fmla="*/ 7997354 w 11233149"/>
              <a:gd name="connsiteY134" fmla="*/ 2963255 h 5483616"/>
              <a:gd name="connsiteX135" fmla="*/ 9120262 w 11233149"/>
              <a:gd name="connsiteY135" fmla="*/ 2963255 h 5483616"/>
              <a:gd name="connsiteX136" fmla="*/ 9120262 w 11233149"/>
              <a:gd name="connsiteY136" fmla="*/ 2551283 h 5483616"/>
              <a:gd name="connsiteX137" fmla="*/ 6472041 w 11233149"/>
              <a:gd name="connsiteY137" fmla="*/ 2196115 h 5483616"/>
              <a:gd name="connsiteX138" fmla="*/ 5704301 w 11233149"/>
              <a:gd name="connsiteY138" fmla="*/ 2963255 h 5483616"/>
              <a:gd name="connsiteX139" fmla="*/ 6827210 w 11233149"/>
              <a:gd name="connsiteY139" fmla="*/ 2963255 h 5483616"/>
              <a:gd name="connsiteX140" fmla="*/ 6827210 w 11233149"/>
              <a:gd name="connsiteY140" fmla="*/ 2551283 h 5483616"/>
              <a:gd name="connsiteX141" fmla="*/ 4178389 w 11233149"/>
              <a:gd name="connsiteY141" fmla="*/ 2196115 h 5483616"/>
              <a:gd name="connsiteX142" fmla="*/ 3410650 w 11233149"/>
              <a:gd name="connsiteY142" fmla="*/ 2963255 h 5483616"/>
              <a:gd name="connsiteX143" fmla="*/ 4533558 w 11233149"/>
              <a:gd name="connsiteY143" fmla="*/ 2963255 h 5483616"/>
              <a:gd name="connsiteX144" fmla="*/ 4533558 w 11233149"/>
              <a:gd name="connsiteY144" fmla="*/ 2551283 h 5483616"/>
              <a:gd name="connsiteX145" fmla="*/ 1885335 w 11233149"/>
              <a:gd name="connsiteY145" fmla="*/ 2196115 h 5483616"/>
              <a:gd name="connsiteX146" fmla="*/ 1117597 w 11233149"/>
              <a:gd name="connsiteY146" fmla="*/ 2963255 h 5483616"/>
              <a:gd name="connsiteX147" fmla="*/ 2240505 w 11233149"/>
              <a:gd name="connsiteY147" fmla="*/ 2963255 h 5483616"/>
              <a:gd name="connsiteX148" fmla="*/ 2240505 w 11233149"/>
              <a:gd name="connsiteY148" fmla="*/ 2551283 h 5483616"/>
              <a:gd name="connsiteX149" fmla="*/ 4903078 w 11233149"/>
              <a:gd name="connsiteY149" fmla="*/ 2195517 h 5483616"/>
              <a:gd name="connsiteX150" fmla="*/ 4547910 w 11233149"/>
              <a:gd name="connsiteY150" fmla="*/ 2550686 h 5483616"/>
              <a:gd name="connsiteX151" fmla="*/ 4547910 w 11233149"/>
              <a:gd name="connsiteY151" fmla="*/ 2962657 h 5483616"/>
              <a:gd name="connsiteX152" fmla="*/ 5670817 w 11233149"/>
              <a:gd name="connsiteY152" fmla="*/ 2962657 h 5483616"/>
              <a:gd name="connsiteX153" fmla="*/ 2610024 w 11233149"/>
              <a:gd name="connsiteY153" fmla="*/ 2195517 h 5483616"/>
              <a:gd name="connsiteX154" fmla="*/ 2254258 w 11233149"/>
              <a:gd name="connsiteY154" fmla="*/ 2550686 h 5483616"/>
              <a:gd name="connsiteX155" fmla="*/ 2254258 w 11233149"/>
              <a:gd name="connsiteY155" fmla="*/ 2962657 h 5483616"/>
              <a:gd name="connsiteX156" fmla="*/ 3377167 w 11233149"/>
              <a:gd name="connsiteY156" fmla="*/ 2962657 h 5483616"/>
              <a:gd name="connsiteX157" fmla="*/ 9489782 w 11233149"/>
              <a:gd name="connsiteY157" fmla="*/ 2194919 h 5483616"/>
              <a:gd name="connsiteX158" fmla="*/ 9134612 w 11233149"/>
              <a:gd name="connsiteY158" fmla="*/ 2550686 h 5483616"/>
              <a:gd name="connsiteX159" fmla="*/ 9134612 w 11233149"/>
              <a:gd name="connsiteY159" fmla="*/ 2962657 h 5483616"/>
              <a:gd name="connsiteX160" fmla="*/ 10257521 w 11233149"/>
              <a:gd name="connsiteY160" fmla="*/ 2962657 h 5483616"/>
              <a:gd name="connsiteX161" fmla="*/ 7196130 w 11233149"/>
              <a:gd name="connsiteY161" fmla="*/ 2194919 h 5483616"/>
              <a:gd name="connsiteX162" fmla="*/ 6840963 w 11233149"/>
              <a:gd name="connsiteY162" fmla="*/ 2550686 h 5483616"/>
              <a:gd name="connsiteX163" fmla="*/ 6840963 w 11233149"/>
              <a:gd name="connsiteY163" fmla="*/ 2962657 h 5483616"/>
              <a:gd name="connsiteX164" fmla="*/ 7963870 w 11233149"/>
              <a:gd name="connsiteY164" fmla="*/ 2962657 h 5483616"/>
              <a:gd name="connsiteX165" fmla="*/ 9127438 w 11233149"/>
              <a:gd name="connsiteY165" fmla="*/ 1833173 h 5483616"/>
              <a:gd name="connsiteX166" fmla="*/ 8774660 w 11233149"/>
              <a:gd name="connsiteY166" fmla="*/ 2185950 h 5483616"/>
              <a:gd name="connsiteX167" fmla="*/ 9127438 w 11233149"/>
              <a:gd name="connsiteY167" fmla="*/ 2538727 h 5483616"/>
              <a:gd name="connsiteX168" fmla="*/ 9480215 w 11233149"/>
              <a:gd name="connsiteY168" fmla="*/ 2185950 h 5483616"/>
              <a:gd name="connsiteX169" fmla="*/ 6834386 w 11233149"/>
              <a:gd name="connsiteY169" fmla="*/ 1833173 h 5483616"/>
              <a:gd name="connsiteX170" fmla="*/ 6481607 w 11233149"/>
              <a:gd name="connsiteY170" fmla="*/ 2185950 h 5483616"/>
              <a:gd name="connsiteX171" fmla="*/ 6834386 w 11233149"/>
              <a:gd name="connsiteY171" fmla="*/ 2538727 h 5483616"/>
              <a:gd name="connsiteX172" fmla="*/ 7187162 w 11233149"/>
              <a:gd name="connsiteY172" fmla="*/ 2185950 h 5483616"/>
              <a:gd name="connsiteX173" fmla="*/ 4541333 w 11233149"/>
              <a:gd name="connsiteY173" fmla="*/ 1833173 h 5483616"/>
              <a:gd name="connsiteX174" fmla="*/ 4188554 w 11233149"/>
              <a:gd name="connsiteY174" fmla="*/ 2185950 h 5483616"/>
              <a:gd name="connsiteX175" fmla="*/ 4541333 w 11233149"/>
              <a:gd name="connsiteY175" fmla="*/ 2538727 h 5483616"/>
              <a:gd name="connsiteX176" fmla="*/ 4894110 w 11233149"/>
              <a:gd name="connsiteY176" fmla="*/ 2185950 h 5483616"/>
              <a:gd name="connsiteX177" fmla="*/ 2247681 w 11233149"/>
              <a:gd name="connsiteY177" fmla="*/ 1833173 h 5483616"/>
              <a:gd name="connsiteX178" fmla="*/ 1894902 w 11233149"/>
              <a:gd name="connsiteY178" fmla="*/ 2185950 h 5483616"/>
              <a:gd name="connsiteX179" fmla="*/ 2247681 w 11233149"/>
              <a:gd name="connsiteY179" fmla="*/ 2538727 h 5483616"/>
              <a:gd name="connsiteX180" fmla="*/ 2600457 w 11233149"/>
              <a:gd name="connsiteY180" fmla="*/ 2185950 h 5483616"/>
              <a:gd name="connsiteX181" fmla="*/ 10273665 w 11233149"/>
              <a:gd name="connsiteY181" fmla="*/ 1411634 h 5483616"/>
              <a:gd name="connsiteX182" fmla="*/ 9499349 w 11233149"/>
              <a:gd name="connsiteY182" fmla="*/ 2185950 h 5483616"/>
              <a:gd name="connsiteX183" fmla="*/ 10273665 w 11233149"/>
              <a:gd name="connsiteY183" fmla="*/ 2960266 h 5483616"/>
              <a:gd name="connsiteX184" fmla="*/ 11047981 w 11233149"/>
              <a:gd name="connsiteY184" fmla="*/ 2185950 h 5483616"/>
              <a:gd name="connsiteX185" fmla="*/ 7980612 w 11233149"/>
              <a:gd name="connsiteY185" fmla="*/ 1411634 h 5483616"/>
              <a:gd name="connsiteX186" fmla="*/ 7206296 w 11233149"/>
              <a:gd name="connsiteY186" fmla="*/ 2185950 h 5483616"/>
              <a:gd name="connsiteX187" fmla="*/ 7980612 w 11233149"/>
              <a:gd name="connsiteY187" fmla="*/ 2960266 h 5483616"/>
              <a:gd name="connsiteX188" fmla="*/ 8754928 w 11233149"/>
              <a:gd name="connsiteY188" fmla="*/ 2185950 h 5483616"/>
              <a:gd name="connsiteX189" fmla="*/ 5687559 w 11233149"/>
              <a:gd name="connsiteY189" fmla="*/ 1411035 h 5483616"/>
              <a:gd name="connsiteX190" fmla="*/ 4913243 w 11233149"/>
              <a:gd name="connsiteY190" fmla="*/ 2185950 h 5483616"/>
              <a:gd name="connsiteX191" fmla="*/ 5687559 w 11233149"/>
              <a:gd name="connsiteY191" fmla="*/ 2960266 h 5483616"/>
              <a:gd name="connsiteX192" fmla="*/ 6461876 w 11233149"/>
              <a:gd name="connsiteY192" fmla="*/ 2185950 h 5483616"/>
              <a:gd name="connsiteX193" fmla="*/ 3394506 w 11233149"/>
              <a:gd name="connsiteY193" fmla="*/ 1411035 h 5483616"/>
              <a:gd name="connsiteX194" fmla="*/ 2619591 w 11233149"/>
              <a:gd name="connsiteY194" fmla="*/ 2185950 h 5483616"/>
              <a:gd name="connsiteX195" fmla="*/ 3393908 w 11233149"/>
              <a:gd name="connsiteY195" fmla="*/ 2960266 h 5483616"/>
              <a:gd name="connsiteX196" fmla="*/ 4168822 w 11233149"/>
              <a:gd name="connsiteY196" fmla="*/ 2185950 h 5483616"/>
              <a:gd name="connsiteX197" fmla="*/ 1100855 w 11233149"/>
              <a:gd name="connsiteY197" fmla="*/ 1411035 h 5483616"/>
              <a:gd name="connsiteX198" fmla="*/ 326538 w 11233149"/>
              <a:gd name="connsiteY198" fmla="*/ 2185950 h 5483616"/>
              <a:gd name="connsiteX199" fmla="*/ 1100855 w 11233149"/>
              <a:gd name="connsiteY199" fmla="*/ 2960266 h 5483616"/>
              <a:gd name="connsiteX200" fmla="*/ 1875172 w 11233149"/>
              <a:gd name="connsiteY200" fmla="*/ 2185950 h 5483616"/>
              <a:gd name="connsiteX201" fmla="*/ 7997354 w 11233149"/>
              <a:gd name="connsiteY201" fmla="*/ 1408644 h 5483616"/>
              <a:gd name="connsiteX202" fmla="*/ 8765093 w 11233149"/>
              <a:gd name="connsiteY202" fmla="*/ 2175785 h 5483616"/>
              <a:gd name="connsiteX203" fmla="*/ 9120262 w 11233149"/>
              <a:gd name="connsiteY203" fmla="*/ 1820617 h 5483616"/>
              <a:gd name="connsiteX204" fmla="*/ 9120262 w 11233149"/>
              <a:gd name="connsiteY204" fmla="*/ 1408644 h 5483616"/>
              <a:gd name="connsiteX205" fmla="*/ 5704301 w 11233149"/>
              <a:gd name="connsiteY205" fmla="*/ 1408644 h 5483616"/>
              <a:gd name="connsiteX206" fmla="*/ 6472041 w 11233149"/>
              <a:gd name="connsiteY206" fmla="*/ 2175785 h 5483616"/>
              <a:gd name="connsiteX207" fmla="*/ 6827210 w 11233149"/>
              <a:gd name="connsiteY207" fmla="*/ 1820617 h 5483616"/>
              <a:gd name="connsiteX208" fmla="*/ 6827210 w 11233149"/>
              <a:gd name="connsiteY208" fmla="*/ 1408644 h 5483616"/>
              <a:gd name="connsiteX209" fmla="*/ 3410650 w 11233149"/>
              <a:gd name="connsiteY209" fmla="*/ 1408644 h 5483616"/>
              <a:gd name="connsiteX210" fmla="*/ 4178389 w 11233149"/>
              <a:gd name="connsiteY210" fmla="*/ 2175785 h 5483616"/>
              <a:gd name="connsiteX211" fmla="*/ 4533558 w 11233149"/>
              <a:gd name="connsiteY211" fmla="*/ 1820617 h 5483616"/>
              <a:gd name="connsiteX212" fmla="*/ 4533558 w 11233149"/>
              <a:gd name="connsiteY212" fmla="*/ 1408644 h 5483616"/>
              <a:gd name="connsiteX213" fmla="*/ 1117597 w 11233149"/>
              <a:gd name="connsiteY213" fmla="*/ 1408644 h 5483616"/>
              <a:gd name="connsiteX214" fmla="*/ 1885335 w 11233149"/>
              <a:gd name="connsiteY214" fmla="*/ 2175785 h 5483616"/>
              <a:gd name="connsiteX215" fmla="*/ 2240505 w 11233149"/>
              <a:gd name="connsiteY215" fmla="*/ 1820617 h 5483616"/>
              <a:gd name="connsiteX216" fmla="*/ 2240505 w 11233149"/>
              <a:gd name="connsiteY216" fmla="*/ 1408644 h 5483616"/>
              <a:gd name="connsiteX217" fmla="*/ 9134612 w 11233149"/>
              <a:gd name="connsiteY217" fmla="*/ 1408046 h 5483616"/>
              <a:gd name="connsiteX218" fmla="*/ 9134612 w 11233149"/>
              <a:gd name="connsiteY218" fmla="*/ 1820617 h 5483616"/>
              <a:gd name="connsiteX219" fmla="*/ 9489782 w 11233149"/>
              <a:gd name="connsiteY219" fmla="*/ 2175785 h 5483616"/>
              <a:gd name="connsiteX220" fmla="*/ 10257521 w 11233149"/>
              <a:gd name="connsiteY220" fmla="*/ 1408046 h 5483616"/>
              <a:gd name="connsiteX221" fmla="*/ 6840963 w 11233149"/>
              <a:gd name="connsiteY221" fmla="*/ 1408046 h 5483616"/>
              <a:gd name="connsiteX222" fmla="*/ 6840963 w 11233149"/>
              <a:gd name="connsiteY222" fmla="*/ 1820617 h 5483616"/>
              <a:gd name="connsiteX223" fmla="*/ 7196130 w 11233149"/>
              <a:gd name="connsiteY223" fmla="*/ 2175785 h 5483616"/>
              <a:gd name="connsiteX224" fmla="*/ 7963870 w 11233149"/>
              <a:gd name="connsiteY224" fmla="*/ 1408046 h 5483616"/>
              <a:gd name="connsiteX225" fmla="*/ 4547910 w 11233149"/>
              <a:gd name="connsiteY225" fmla="*/ 1408046 h 5483616"/>
              <a:gd name="connsiteX226" fmla="*/ 4547910 w 11233149"/>
              <a:gd name="connsiteY226" fmla="*/ 1820617 h 5483616"/>
              <a:gd name="connsiteX227" fmla="*/ 4903078 w 11233149"/>
              <a:gd name="connsiteY227" fmla="*/ 2175785 h 5483616"/>
              <a:gd name="connsiteX228" fmla="*/ 5670817 w 11233149"/>
              <a:gd name="connsiteY228" fmla="*/ 1408046 h 5483616"/>
              <a:gd name="connsiteX229" fmla="*/ 2254258 w 11233149"/>
              <a:gd name="connsiteY229" fmla="*/ 1408046 h 5483616"/>
              <a:gd name="connsiteX230" fmla="*/ 2254258 w 11233149"/>
              <a:gd name="connsiteY230" fmla="*/ 1820617 h 5483616"/>
              <a:gd name="connsiteX231" fmla="*/ 2609426 w 11233149"/>
              <a:gd name="connsiteY231" fmla="*/ 2175785 h 5483616"/>
              <a:gd name="connsiteX232" fmla="*/ 3377167 w 11233149"/>
              <a:gd name="connsiteY232" fmla="*/ 1408046 h 5483616"/>
              <a:gd name="connsiteX233" fmla="*/ 8765093 w 11233149"/>
              <a:gd name="connsiteY233" fmla="*/ 627152 h 5483616"/>
              <a:gd name="connsiteX234" fmla="*/ 7997354 w 11233149"/>
              <a:gd name="connsiteY234" fmla="*/ 1394293 h 5483616"/>
              <a:gd name="connsiteX235" fmla="*/ 9120262 w 11233149"/>
              <a:gd name="connsiteY235" fmla="*/ 1394293 h 5483616"/>
              <a:gd name="connsiteX236" fmla="*/ 9120262 w 11233149"/>
              <a:gd name="connsiteY236" fmla="*/ 982320 h 5483616"/>
              <a:gd name="connsiteX237" fmla="*/ 6472041 w 11233149"/>
              <a:gd name="connsiteY237" fmla="*/ 627152 h 5483616"/>
              <a:gd name="connsiteX238" fmla="*/ 5704301 w 11233149"/>
              <a:gd name="connsiteY238" fmla="*/ 1394293 h 5483616"/>
              <a:gd name="connsiteX239" fmla="*/ 6827210 w 11233149"/>
              <a:gd name="connsiteY239" fmla="*/ 1394293 h 5483616"/>
              <a:gd name="connsiteX240" fmla="*/ 6827210 w 11233149"/>
              <a:gd name="connsiteY240" fmla="*/ 982320 h 5483616"/>
              <a:gd name="connsiteX241" fmla="*/ 4178389 w 11233149"/>
              <a:gd name="connsiteY241" fmla="*/ 627152 h 5483616"/>
              <a:gd name="connsiteX242" fmla="*/ 3410650 w 11233149"/>
              <a:gd name="connsiteY242" fmla="*/ 1394293 h 5483616"/>
              <a:gd name="connsiteX243" fmla="*/ 4533558 w 11233149"/>
              <a:gd name="connsiteY243" fmla="*/ 1394293 h 5483616"/>
              <a:gd name="connsiteX244" fmla="*/ 4533558 w 11233149"/>
              <a:gd name="connsiteY244" fmla="*/ 982320 h 5483616"/>
              <a:gd name="connsiteX245" fmla="*/ 1885335 w 11233149"/>
              <a:gd name="connsiteY245" fmla="*/ 627152 h 5483616"/>
              <a:gd name="connsiteX246" fmla="*/ 1117597 w 11233149"/>
              <a:gd name="connsiteY246" fmla="*/ 1394293 h 5483616"/>
              <a:gd name="connsiteX247" fmla="*/ 2240505 w 11233149"/>
              <a:gd name="connsiteY247" fmla="*/ 1394293 h 5483616"/>
              <a:gd name="connsiteX248" fmla="*/ 2240505 w 11233149"/>
              <a:gd name="connsiteY248" fmla="*/ 982320 h 5483616"/>
              <a:gd name="connsiteX249" fmla="*/ 9489782 w 11233149"/>
              <a:gd name="connsiteY249" fmla="*/ 626554 h 5483616"/>
              <a:gd name="connsiteX250" fmla="*/ 9134612 w 11233149"/>
              <a:gd name="connsiteY250" fmla="*/ 982320 h 5483616"/>
              <a:gd name="connsiteX251" fmla="*/ 9134612 w 11233149"/>
              <a:gd name="connsiteY251" fmla="*/ 1394293 h 5483616"/>
              <a:gd name="connsiteX252" fmla="*/ 10257521 w 11233149"/>
              <a:gd name="connsiteY252" fmla="*/ 1394293 h 5483616"/>
              <a:gd name="connsiteX253" fmla="*/ 7196130 w 11233149"/>
              <a:gd name="connsiteY253" fmla="*/ 626554 h 5483616"/>
              <a:gd name="connsiteX254" fmla="*/ 6840963 w 11233149"/>
              <a:gd name="connsiteY254" fmla="*/ 982320 h 5483616"/>
              <a:gd name="connsiteX255" fmla="*/ 6840963 w 11233149"/>
              <a:gd name="connsiteY255" fmla="*/ 1394293 h 5483616"/>
              <a:gd name="connsiteX256" fmla="*/ 7963870 w 11233149"/>
              <a:gd name="connsiteY256" fmla="*/ 1394293 h 5483616"/>
              <a:gd name="connsiteX257" fmla="*/ 4903078 w 11233149"/>
              <a:gd name="connsiteY257" fmla="*/ 626554 h 5483616"/>
              <a:gd name="connsiteX258" fmla="*/ 4547910 w 11233149"/>
              <a:gd name="connsiteY258" fmla="*/ 982320 h 5483616"/>
              <a:gd name="connsiteX259" fmla="*/ 4547910 w 11233149"/>
              <a:gd name="connsiteY259" fmla="*/ 1394293 h 5483616"/>
              <a:gd name="connsiteX260" fmla="*/ 5670817 w 11233149"/>
              <a:gd name="connsiteY260" fmla="*/ 1394293 h 5483616"/>
              <a:gd name="connsiteX261" fmla="*/ 2610024 w 11233149"/>
              <a:gd name="connsiteY261" fmla="*/ 626554 h 5483616"/>
              <a:gd name="connsiteX262" fmla="*/ 2254258 w 11233149"/>
              <a:gd name="connsiteY262" fmla="*/ 982320 h 5483616"/>
              <a:gd name="connsiteX263" fmla="*/ 2254258 w 11233149"/>
              <a:gd name="connsiteY263" fmla="*/ 1394293 h 5483616"/>
              <a:gd name="connsiteX264" fmla="*/ 3377167 w 11233149"/>
              <a:gd name="connsiteY264" fmla="*/ 1394293 h 5483616"/>
              <a:gd name="connsiteX265" fmla="*/ 9127438 w 11233149"/>
              <a:gd name="connsiteY265" fmla="*/ 264210 h 5483616"/>
              <a:gd name="connsiteX266" fmla="*/ 8774660 w 11233149"/>
              <a:gd name="connsiteY266" fmla="*/ 616987 h 5483616"/>
              <a:gd name="connsiteX267" fmla="*/ 9127438 w 11233149"/>
              <a:gd name="connsiteY267" fmla="*/ 969764 h 5483616"/>
              <a:gd name="connsiteX268" fmla="*/ 9480215 w 11233149"/>
              <a:gd name="connsiteY268" fmla="*/ 616987 h 5483616"/>
              <a:gd name="connsiteX269" fmla="*/ 6834386 w 11233149"/>
              <a:gd name="connsiteY269" fmla="*/ 264210 h 5483616"/>
              <a:gd name="connsiteX270" fmla="*/ 6481607 w 11233149"/>
              <a:gd name="connsiteY270" fmla="*/ 616987 h 5483616"/>
              <a:gd name="connsiteX271" fmla="*/ 6834386 w 11233149"/>
              <a:gd name="connsiteY271" fmla="*/ 969764 h 5483616"/>
              <a:gd name="connsiteX272" fmla="*/ 7187162 w 11233149"/>
              <a:gd name="connsiteY272" fmla="*/ 616987 h 5483616"/>
              <a:gd name="connsiteX273" fmla="*/ 4541333 w 11233149"/>
              <a:gd name="connsiteY273" fmla="*/ 264210 h 5483616"/>
              <a:gd name="connsiteX274" fmla="*/ 4188554 w 11233149"/>
              <a:gd name="connsiteY274" fmla="*/ 616987 h 5483616"/>
              <a:gd name="connsiteX275" fmla="*/ 4541333 w 11233149"/>
              <a:gd name="connsiteY275" fmla="*/ 969764 h 5483616"/>
              <a:gd name="connsiteX276" fmla="*/ 4894110 w 11233149"/>
              <a:gd name="connsiteY276" fmla="*/ 616987 h 5483616"/>
              <a:gd name="connsiteX277" fmla="*/ 2247681 w 11233149"/>
              <a:gd name="connsiteY277" fmla="*/ 264210 h 5483616"/>
              <a:gd name="connsiteX278" fmla="*/ 1894902 w 11233149"/>
              <a:gd name="connsiteY278" fmla="*/ 616987 h 5483616"/>
              <a:gd name="connsiteX279" fmla="*/ 2247681 w 11233149"/>
              <a:gd name="connsiteY279" fmla="*/ 969764 h 5483616"/>
              <a:gd name="connsiteX280" fmla="*/ 2600457 w 11233149"/>
              <a:gd name="connsiteY280" fmla="*/ 616987 h 5483616"/>
              <a:gd name="connsiteX281" fmla="*/ 923669 w 11233149"/>
              <a:gd name="connsiteY281" fmla="*/ 0 h 5483616"/>
              <a:gd name="connsiteX282" fmla="*/ 943526 w 11233149"/>
              <a:gd name="connsiteY282" fmla="*/ 0 h 5483616"/>
              <a:gd name="connsiteX283" fmla="*/ 326538 w 11233149"/>
              <a:gd name="connsiteY283" fmla="*/ 616987 h 5483616"/>
              <a:gd name="connsiteX284" fmla="*/ 1100855 w 11233149"/>
              <a:gd name="connsiteY284" fmla="*/ 1391304 h 5483616"/>
              <a:gd name="connsiteX285" fmla="*/ 1875172 w 11233149"/>
              <a:gd name="connsiteY285" fmla="*/ 616987 h 5483616"/>
              <a:gd name="connsiteX286" fmla="*/ 1258184 w 11233149"/>
              <a:gd name="connsiteY286" fmla="*/ 0 h 5483616"/>
              <a:gd name="connsiteX287" fmla="*/ 1277915 w 11233149"/>
              <a:gd name="connsiteY287" fmla="*/ 0 h 5483616"/>
              <a:gd name="connsiteX288" fmla="*/ 1885335 w 11233149"/>
              <a:gd name="connsiteY288" fmla="*/ 607420 h 5483616"/>
              <a:gd name="connsiteX289" fmla="*/ 2240505 w 11233149"/>
              <a:gd name="connsiteY289" fmla="*/ 252251 h 5483616"/>
              <a:gd name="connsiteX290" fmla="*/ 2240505 w 11233149"/>
              <a:gd name="connsiteY290" fmla="*/ 0 h 5483616"/>
              <a:gd name="connsiteX291" fmla="*/ 2254258 w 11233149"/>
              <a:gd name="connsiteY291" fmla="*/ 0 h 5483616"/>
              <a:gd name="connsiteX292" fmla="*/ 2254258 w 11233149"/>
              <a:gd name="connsiteY292" fmla="*/ 251654 h 5483616"/>
              <a:gd name="connsiteX293" fmla="*/ 2609426 w 11233149"/>
              <a:gd name="connsiteY293" fmla="*/ 606822 h 5483616"/>
              <a:gd name="connsiteX294" fmla="*/ 3217195 w 11233149"/>
              <a:gd name="connsiteY294" fmla="*/ 0 h 5483616"/>
              <a:gd name="connsiteX295" fmla="*/ 3237055 w 11233149"/>
              <a:gd name="connsiteY295" fmla="*/ 0 h 5483616"/>
              <a:gd name="connsiteX296" fmla="*/ 2619591 w 11233149"/>
              <a:gd name="connsiteY296" fmla="*/ 616987 h 5483616"/>
              <a:gd name="connsiteX297" fmla="*/ 3393908 w 11233149"/>
              <a:gd name="connsiteY297" fmla="*/ 1391304 h 5483616"/>
              <a:gd name="connsiteX298" fmla="*/ 4168822 w 11233149"/>
              <a:gd name="connsiteY298" fmla="*/ 616987 h 5483616"/>
              <a:gd name="connsiteX299" fmla="*/ 3551835 w 11233149"/>
              <a:gd name="connsiteY299" fmla="*/ 0 h 5483616"/>
              <a:gd name="connsiteX300" fmla="*/ 3570969 w 11233149"/>
              <a:gd name="connsiteY300" fmla="*/ 0 h 5483616"/>
              <a:gd name="connsiteX301" fmla="*/ 4178389 w 11233149"/>
              <a:gd name="connsiteY301" fmla="*/ 607420 h 5483616"/>
              <a:gd name="connsiteX302" fmla="*/ 4533558 w 11233149"/>
              <a:gd name="connsiteY302" fmla="*/ 252251 h 5483616"/>
              <a:gd name="connsiteX303" fmla="*/ 4533558 w 11233149"/>
              <a:gd name="connsiteY303" fmla="*/ 0 h 5483616"/>
              <a:gd name="connsiteX304" fmla="*/ 4547910 w 11233149"/>
              <a:gd name="connsiteY304" fmla="*/ 0 h 5483616"/>
              <a:gd name="connsiteX305" fmla="*/ 4547910 w 11233149"/>
              <a:gd name="connsiteY305" fmla="*/ 251654 h 5483616"/>
              <a:gd name="connsiteX306" fmla="*/ 4903078 w 11233149"/>
              <a:gd name="connsiteY306" fmla="*/ 606822 h 5483616"/>
              <a:gd name="connsiteX307" fmla="*/ 5510374 w 11233149"/>
              <a:gd name="connsiteY307" fmla="*/ 0 h 5483616"/>
              <a:gd name="connsiteX308" fmla="*/ 5530230 w 11233149"/>
              <a:gd name="connsiteY308" fmla="*/ 0 h 5483616"/>
              <a:gd name="connsiteX309" fmla="*/ 4913243 w 11233149"/>
              <a:gd name="connsiteY309" fmla="*/ 616987 h 5483616"/>
              <a:gd name="connsiteX310" fmla="*/ 5687559 w 11233149"/>
              <a:gd name="connsiteY310" fmla="*/ 1391902 h 5483616"/>
              <a:gd name="connsiteX311" fmla="*/ 6461876 w 11233149"/>
              <a:gd name="connsiteY311" fmla="*/ 617585 h 5483616"/>
              <a:gd name="connsiteX312" fmla="*/ 5844767 w 11233149"/>
              <a:gd name="connsiteY312" fmla="*/ 0 h 5483616"/>
              <a:gd name="connsiteX313" fmla="*/ 5864620 w 11233149"/>
              <a:gd name="connsiteY313" fmla="*/ 0 h 5483616"/>
              <a:gd name="connsiteX314" fmla="*/ 6472041 w 11233149"/>
              <a:gd name="connsiteY314" fmla="*/ 607420 h 5483616"/>
              <a:gd name="connsiteX315" fmla="*/ 6827210 w 11233149"/>
              <a:gd name="connsiteY315" fmla="*/ 252251 h 5483616"/>
              <a:gd name="connsiteX316" fmla="*/ 6827210 w 11233149"/>
              <a:gd name="connsiteY316" fmla="*/ 0 h 5483616"/>
              <a:gd name="connsiteX317" fmla="*/ 6841559 w 11233149"/>
              <a:gd name="connsiteY317" fmla="*/ 0 h 5483616"/>
              <a:gd name="connsiteX318" fmla="*/ 6841559 w 11233149"/>
              <a:gd name="connsiteY318" fmla="*/ 251654 h 5483616"/>
              <a:gd name="connsiteX319" fmla="*/ 6840963 w 11233149"/>
              <a:gd name="connsiteY319" fmla="*/ 251654 h 5483616"/>
              <a:gd name="connsiteX320" fmla="*/ 7196130 w 11233149"/>
              <a:gd name="connsiteY320" fmla="*/ 606822 h 5483616"/>
              <a:gd name="connsiteX321" fmla="*/ 7803899 w 11233149"/>
              <a:gd name="connsiteY321" fmla="*/ 0 h 5483616"/>
              <a:gd name="connsiteX322" fmla="*/ 7823283 w 11233149"/>
              <a:gd name="connsiteY322" fmla="*/ 0 h 5483616"/>
              <a:gd name="connsiteX323" fmla="*/ 7206296 w 11233149"/>
              <a:gd name="connsiteY323" fmla="*/ 616987 h 5483616"/>
              <a:gd name="connsiteX324" fmla="*/ 7980612 w 11233149"/>
              <a:gd name="connsiteY324" fmla="*/ 1391304 h 5483616"/>
              <a:gd name="connsiteX325" fmla="*/ 8754928 w 11233149"/>
              <a:gd name="connsiteY325" fmla="*/ 616987 h 5483616"/>
              <a:gd name="connsiteX326" fmla="*/ 8137941 w 11233149"/>
              <a:gd name="connsiteY326" fmla="*/ 0 h 5483616"/>
              <a:gd name="connsiteX327" fmla="*/ 8157673 w 11233149"/>
              <a:gd name="connsiteY327" fmla="*/ 0 h 5483616"/>
              <a:gd name="connsiteX328" fmla="*/ 8765093 w 11233149"/>
              <a:gd name="connsiteY328" fmla="*/ 607420 h 5483616"/>
              <a:gd name="connsiteX329" fmla="*/ 9120262 w 11233149"/>
              <a:gd name="connsiteY329" fmla="*/ 252251 h 5483616"/>
              <a:gd name="connsiteX330" fmla="*/ 9120262 w 11233149"/>
              <a:gd name="connsiteY330" fmla="*/ 0 h 5483616"/>
              <a:gd name="connsiteX331" fmla="*/ 9134612 w 11233149"/>
              <a:gd name="connsiteY331" fmla="*/ 0 h 5483616"/>
              <a:gd name="connsiteX332" fmla="*/ 9134612 w 11233149"/>
              <a:gd name="connsiteY332" fmla="*/ 251654 h 5483616"/>
              <a:gd name="connsiteX333" fmla="*/ 9489782 w 11233149"/>
              <a:gd name="connsiteY333" fmla="*/ 606822 h 5483616"/>
              <a:gd name="connsiteX334" fmla="*/ 10097077 w 11233149"/>
              <a:gd name="connsiteY334" fmla="*/ 0 h 5483616"/>
              <a:gd name="connsiteX335" fmla="*/ 10116812 w 11233149"/>
              <a:gd name="connsiteY335" fmla="*/ 0 h 5483616"/>
              <a:gd name="connsiteX336" fmla="*/ 9499349 w 11233149"/>
              <a:gd name="connsiteY336" fmla="*/ 616987 h 5483616"/>
              <a:gd name="connsiteX337" fmla="*/ 10273665 w 11233149"/>
              <a:gd name="connsiteY337" fmla="*/ 1391304 h 5483616"/>
              <a:gd name="connsiteX338" fmla="*/ 11047981 w 11233149"/>
              <a:gd name="connsiteY338" fmla="*/ 616987 h 5483616"/>
              <a:gd name="connsiteX339" fmla="*/ 10431471 w 11233149"/>
              <a:gd name="connsiteY339" fmla="*/ 0 h 5483616"/>
              <a:gd name="connsiteX340" fmla="*/ 10451324 w 11233149"/>
              <a:gd name="connsiteY340" fmla="*/ 0 h 5483616"/>
              <a:gd name="connsiteX341" fmla="*/ 11058745 w 11233149"/>
              <a:gd name="connsiteY341" fmla="*/ 607420 h 5483616"/>
              <a:gd name="connsiteX342" fmla="*/ 11233149 w 11233149"/>
              <a:gd name="connsiteY342" fmla="*/ 433015 h 5483616"/>
              <a:gd name="connsiteX343" fmla="*/ 11233149 w 11233149"/>
              <a:gd name="connsiteY343" fmla="*/ 452150 h 5483616"/>
              <a:gd name="connsiteX344" fmla="*/ 11068312 w 11233149"/>
              <a:gd name="connsiteY344" fmla="*/ 616987 h 5483616"/>
              <a:gd name="connsiteX345" fmla="*/ 11233149 w 11233149"/>
              <a:gd name="connsiteY345" fmla="*/ 781825 h 5483616"/>
              <a:gd name="connsiteX346" fmla="*/ 11233149 w 11233149"/>
              <a:gd name="connsiteY346" fmla="*/ 801556 h 5483616"/>
              <a:gd name="connsiteX347" fmla="*/ 11058745 w 11233149"/>
              <a:gd name="connsiteY347" fmla="*/ 627152 h 5483616"/>
              <a:gd name="connsiteX348" fmla="*/ 10291005 w 11233149"/>
              <a:gd name="connsiteY348" fmla="*/ 1394293 h 5483616"/>
              <a:gd name="connsiteX349" fmla="*/ 11233149 w 11233149"/>
              <a:gd name="connsiteY349" fmla="*/ 1394293 h 5483616"/>
              <a:gd name="connsiteX350" fmla="*/ 11233149 w 11233149"/>
              <a:gd name="connsiteY350" fmla="*/ 1408644 h 5483616"/>
              <a:gd name="connsiteX351" fmla="*/ 10291005 w 11233149"/>
              <a:gd name="connsiteY351" fmla="*/ 1408644 h 5483616"/>
              <a:gd name="connsiteX352" fmla="*/ 11058745 w 11233149"/>
              <a:gd name="connsiteY352" fmla="*/ 2175785 h 5483616"/>
              <a:gd name="connsiteX353" fmla="*/ 11233149 w 11233149"/>
              <a:gd name="connsiteY353" fmla="*/ 2001381 h 5483616"/>
              <a:gd name="connsiteX354" fmla="*/ 11233149 w 11233149"/>
              <a:gd name="connsiteY354" fmla="*/ 2020514 h 5483616"/>
              <a:gd name="connsiteX355" fmla="*/ 11068312 w 11233149"/>
              <a:gd name="connsiteY355" fmla="*/ 2185352 h 5483616"/>
              <a:gd name="connsiteX356" fmla="*/ 11233149 w 11233149"/>
              <a:gd name="connsiteY356" fmla="*/ 2350189 h 5483616"/>
              <a:gd name="connsiteX357" fmla="*/ 11233149 w 11233149"/>
              <a:gd name="connsiteY357" fmla="*/ 2370519 h 5483616"/>
              <a:gd name="connsiteX358" fmla="*/ 11058745 w 11233149"/>
              <a:gd name="connsiteY358" fmla="*/ 2196115 h 5483616"/>
              <a:gd name="connsiteX359" fmla="*/ 10291005 w 11233149"/>
              <a:gd name="connsiteY359" fmla="*/ 2963255 h 5483616"/>
              <a:gd name="connsiteX360" fmla="*/ 11233149 w 11233149"/>
              <a:gd name="connsiteY360" fmla="*/ 2963255 h 5483616"/>
              <a:gd name="connsiteX361" fmla="*/ 11233149 w 11233149"/>
              <a:gd name="connsiteY361" fmla="*/ 2977008 h 5483616"/>
              <a:gd name="connsiteX362" fmla="*/ 10291005 w 11233149"/>
              <a:gd name="connsiteY362" fmla="*/ 2977008 h 5483616"/>
              <a:gd name="connsiteX363" fmla="*/ 11058745 w 11233149"/>
              <a:gd name="connsiteY363" fmla="*/ 3744747 h 5483616"/>
              <a:gd name="connsiteX364" fmla="*/ 11233149 w 11233149"/>
              <a:gd name="connsiteY364" fmla="*/ 3570342 h 5483616"/>
              <a:gd name="connsiteX365" fmla="*/ 11233149 w 11233149"/>
              <a:gd name="connsiteY365" fmla="*/ 3588878 h 5483616"/>
              <a:gd name="connsiteX366" fmla="*/ 11068312 w 11233149"/>
              <a:gd name="connsiteY366" fmla="*/ 3753716 h 5483616"/>
              <a:gd name="connsiteX367" fmla="*/ 11233149 w 11233149"/>
              <a:gd name="connsiteY367" fmla="*/ 3918554 h 5483616"/>
              <a:gd name="connsiteX368" fmla="*/ 11233149 w 11233149"/>
              <a:gd name="connsiteY368" fmla="*/ 3938883 h 5483616"/>
              <a:gd name="connsiteX369" fmla="*/ 11058745 w 11233149"/>
              <a:gd name="connsiteY369" fmla="*/ 3764479 h 5483616"/>
              <a:gd name="connsiteX370" fmla="*/ 10291005 w 11233149"/>
              <a:gd name="connsiteY370" fmla="*/ 4531619 h 5483616"/>
              <a:gd name="connsiteX371" fmla="*/ 11233149 w 11233149"/>
              <a:gd name="connsiteY371" fmla="*/ 4531619 h 5483616"/>
              <a:gd name="connsiteX372" fmla="*/ 11233149 w 11233149"/>
              <a:gd name="connsiteY372" fmla="*/ 4545970 h 5483616"/>
              <a:gd name="connsiteX373" fmla="*/ 10291005 w 11233149"/>
              <a:gd name="connsiteY373" fmla="*/ 4545970 h 5483616"/>
              <a:gd name="connsiteX374" fmla="*/ 11058745 w 11233149"/>
              <a:gd name="connsiteY374" fmla="*/ 5313111 h 5483616"/>
              <a:gd name="connsiteX375" fmla="*/ 11233149 w 11233149"/>
              <a:gd name="connsiteY375" fmla="*/ 5138707 h 5483616"/>
              <a:gd name="connsiteX376" fmla="*/ 11233149 w 11233149"/>
              <a:gd name="connsiteY376" fmla="*/ 5157242 h 5483616"/>
              <a:gd name="connsiteX377" fmla="*/ 11068312 w 11233149"/>
              <a:gd name="connsiteY377" fmla="*/ 5322079 h 5483616"/>
              <a:gd name="connsiteX378" fmla="*/ 11215689 w 11233149"/>
              <a:gd name="connsiteY378" fmla="*/ 5469458 h 5483616"/>
              <a:gd name="connsiteX379" fmla="*/ 11203117 w 11233149"/>
              <a:gd name="connsiteY379" fmla="*/ 5477812 h 5483616"/>
              <a:gd name="connsiteX380" fmla="*/ 11058745 w 11233149"/>
              <a:gd name="connsiteY380" fmla="*/ 5333441 h 5483616"/>
              <a:gd name="connsiteX381" fmla="*/ 10908452 w 11233149"/>
              <a:gd name="connsiteY381" fmla="*/ 5483616 h 5483616"/>
              <a:gd name="connsiteX382" fmla="*/ 10887641 w 11233149"/>
              <a:gd name="connsiteY382" fmla="*/ 5483616 h 5483616"/>
              <a:gd name="connsiteX383" fmla="*/ 11047981 w 11233149"/>
              <a:gd name="connsiteY383" fmla="*/ 5323276 h 5483616"/>
              <a:gd name="connsiteX384" fmla="*/ 10273665 w 11233149"/>
              <a:gd name="connsiteY384" fmla="*/ 4548960 h 5483616"/>
              <a:gd name="connsiteX385" fmla="*/ 9499349 w 11233149"/>
              <a:gd name="connsiteY385" fmla="*/ 5323276 h 5483616"/>
              <a:gd name="connsiteX386" fmla="*/ 9659689 w 11233149"/>
              <a:gd name="connsiteY386" fmla="*/ 5483616 h 5483616"/>
              <a:gd name="connsiteX387" fmla="*/ 9640673 w 11233149"/>
              <a:gd name="connsiteY387" fmla="*/ 5483616 h 5483616"/>
              <a:gd name="connsiteX388" fmla="*/ 9489782 w 11233149"/>
              <a:gd name="connsiteY388" fmla="*/ 5332843 h 5483616"/>
              <a:gd name="connsiteX389" fmla="*/ 9339009 w 11233149"/>
              <a:gd name="connsiteY389" fmla="*/ 5483616 h 5483616"/>
              <a:gd name="connsiteX390" fmla="*/ 9319874 w 11233149"/>
              <a:gd name="connsiteY390" fmla="*/ 5483616 h 5483616"/>
              <a:gd name="connsiteX391" fmla="*/ 9480215 w 11233149"/>
              <a:gd name="connsiteY391" fmla="*/ 5323276 h 5483616"/>
              <a:gd name="connsiteX392" fmla="*/ 9127438 w 11233149"/>
              <a:gd name="connsiteY392" fmla="*/ 4970500 h 5483616"/>
              <a:gd name="connsiteX393" fmla="*/ 8774660 w 11233149"/>
              <a:gd name="connsiteY393" fmla="*/ 5323276 h 5483616"/>
              <a:gd name="connsiteX394" fmla="*/ 8935001 w 11233149"/>
              <a:gd name="connsiteY394" fmla="*/ 5483616 h 5483616"/>
              <a:gd name="connsiteX395" fmla="*/ 8915269 w 11233149"/>
              <a:gd name="connsiteY395" fmla="*/ 5483616 h 5483616"/>
              <a:gd name="connsiteX396" fmla="*/ 8765093 w 11233149"/>
              <a:gd name="connsiteY396" fmla="*/ 5333441 h 5483616"/>
              <a:gd name="connsiteX397" fmla="*/ 8614800 w 11233149"/>
              <a:gd name="connsiteY397" fmla="*/ 5483616 h 5483616"/>
              <a:gd name="connsiteX398" fmla="*/ 8594588 w 11233149"/>
              <a:gd name="connsiteY398" fmla="*/ 5483616 h 5483616"/>
              <a:gd name="connsiteX399" fmla="*/ 8754928 w 11233149"/>
              <a:gd name="connsiteY399" fmla="*/ 5323276 h 5483616"/>
              <a:gd name="connsiteX400" fmla="*/ 7980612 w 11233149"/>
              <a:gd name="connsiteY400" fmla="*/ 4548960 h 5483616"/>
              <a:gd name="connsiteX401" fmla="*/ 7206296 w 11233149"/>
              <a:gd name="connsiteY401" fmla="*/ 5323276 h 5483616"/>
              <a:gd name="connsiteX402" fmla="*/ 7366637 w 11233149"/>
              <a:gd name="connsiteY402" fmla="*/ 5483616 h 5483616"/>
              <a:gd name="connsiteX403" fmla="*/ 7347502 w 11233149"/>
              <a:gd name="connsiteY403" fmla="*/ 5483616 h 5483616"/>
              <a:gd name="connsiteX404" fmla="*/ 7196729 w 11233149"/>
              <a:gd name="connsiteY404" fmla="*/ 5332843 h 5483616"/>
              <a:gd name="connsiteX405" fmla="*/ 7045703 w 11233149"/>
              <a:gd name="connsiteY405" fmla="*/ 5483616 h 5483616"/>
              <a:gd name="connsiteX406" fmla="*/ 7026822 w 11233149"/>
              <a:gd name="connsiteY406" fmla="*/ 5483616 h 5483616"/>
              <a:gd name="connsiteX407" fmla="*/ 7187162 w 11233149"/>
              <a:gd name="connsiteY407" fmla="*/ 5323276 h 5483616"/>
              <a:gd name="connsiteX408" fmla="*/ 6834386 w 11233149"/>
              <a:gd name="connsiteY408" fmla="*/ 4970500 h 5483616"/>
              <a:gd name="connsiteX409" fmla="*/ 6481607 w 11233149"/>
              <a:gd name="connsiteY409" fmla="*/ 5323276 h 5483616"/>
              <a:gd name="connsiteX410" fmla="*/ 6641948 w 11233149"/>
              <a:gd name="connsiteY410" fmla="*/ 5483616 h 5483616"/>
              <a:gd name="connsiteX411" fmla="*/ 6622217 w 11233149"/>
              <a:gd name="connsiteY411" fmla="*/ 5483616 h 5483616"/>
              <a:gd name="connsiteX412" fmla="*/ 6472041 w 11233149"/>
              <a:gd name="connsiteY412" fmla="*/ 5333441 h 5483616"/>
              <a:gd name="connsiteX413" fmla="*/ 6321748 w 11233149"/>
              <a:gd name="connsiteY413" fmla="*/ 5483616 h 5483616"/>
              <a:gd name="connsiteX414" fmla="*/ 6301535 w 11233149"/>
              <a:gd name="connsiteY414" fmla="*/ 5483616 h 5483616"/>
              <a:gd name="connsiteX415" fmla="*/ 6461876 w 11233149"/>
              <a:gd name="connsiteY415" fmla="*/ 5323276 h 5483616"/>
              <a:gd name="connsiteX416" fmla="*/ 5687559 w 11233149"/>
              <a:gd name="connsiteY416" fmla="*/ 4548362 h 5483616"/>
              <a:gd name="connsiteX417" fmla="*/ 4913243 w 11233149"/>
              <a:gd name="connsiteY417" fmla="*/ 5323276 h 5483616"/>
              <a:gd name="connsiteX418" fmla="*/ 5073583 w 11233149"/>
              <a:gd name="connsiteY418" fmla="*/ 5483616 h 5483616"/>
              <a:gd name="connsiteX419" fmla="*/ 5053969 w 11233149"/>
              <a:gd name="connsiteY419" fmla="*/ 5483616 h 5483616"/>
              <a:gd name="connsiteX420" fmla="*/ 4903078 w 11233149"/>
              <a:gd name="connsiteY420" fmla="*/ 5332843 h 5483616"/>
              <a:gd name="connsiteX421" fmla="*/ 4752305 w 11233149"/>
              <a:gd name="connsiteY421" fmla="*/ 5483616 h 5483616"/>
              <a:gd name="connsiteX422" fmla="*/ 4733769 w 11233149"/>
              <a:gd name="connsiteY422" fmla="*/ 5483616 h 5483616"/>
              <a:gd name="connsiteX423" fmla="*/ 4894110 w 11233149"/>
              <a:gd name="connsiteY423" fmla="*/ 5323276 h 5483616"/>
              <a:gd name="connsiteX424" fmla="*/ 4541333 w 11233149"/>
              <a:gd name="connsiteY424" fmla="*/ 4970500 h 5483616"/>
              <a:gd name="connsiteX425" fmla="*/ 4188554 w 11233149"/>
              <a:gd name="connsiteY425" fmla="*/ 5323276 h 5483616"/>
              <a:gd name="connsiteX426" fmla="*/ 4348896 w 11233149"/>
              <a:gd name="connsiteY426" fmla="*/ 5483616 h 5483616"/>
              <a:gd name="connsiteX427" fmla="*/ 4328910 w 11233149"/>
              <a:gd name="connsiteY427" fmla="*/ 5483616 h 5483616"/>
              <a:gd name="connsiteX428" fmla="*/ 4178389 w 11233149"/>
              <a:gd name="connsiteY428" fmla="*/ 5332843 h 5483616"/>
              <a:gd name="connsiteX429" fmla="*/ 4027616 w 11233149"/>
              <a:gd name="connsiteY429" fmla="*/ 5483616 h 5483616"/>
              <a:gd name="connsiteX430" fmla="*/ 4008358 w 11233149"/>
              <a:gd name="connsiteY430" fmla="*/ 5483616 h 5483616"/>
              <a:gd name="connsiteX431" fmla="*/ 4168822 w 11233149"/>
              <a:gd name="connsiteY431" fmla="*/ 5323276 h 5483616"/>
              <a:gd name="connsiteX432" fmla="*/ 3394506 w 11233149"/>
              <a:gd name="connsiteY432" fmla="*/ 4548362 h 5483616"/>
              <a:gd name="connsiteX433" fmla="*/ 2619591 w 11233149"/>
              <a:gd name="connsiteY433" fmla="*/ 5323276 h 5483616"/>
              <a:gd name="connsiteX434" fmla="*/ 2779932 w 11233149"/>
              <a:gd name="connsiteY434" fmla="*/ 5483616 h 5483616"/>
              <a:gd name="connsiteX435" fmla="*/ 2760798 w 11233149"/>
              <a:gd name="connsiteY435" fmla="*/ 5483616 h 5483616"/>
              <a:gd name="connsiteX436" fmla="*/ 2610024 w 11233149"/>
              <a:gd name="connsiteY436" fmla="*/ 5332843 h 5483616"/>
              <a:gd name="connsiteX437" fmla="*/ 2458998 w 11233149"/>
              <a:gd name="connsiteY437" fmla="*/ 5483616 h 5483616"/>
              <a:gd name="connsiteX438" fmla="*/ 2440117 w 11233149"/>
              <a:gd name="connsiteY438" fmla="*/ 5483616 h 5483616"/>
              <a:gd name="connsiteX439" fmla="*/ 2600457 w 11233149"/>
              <a:gd name="connsiteY439" fmla="*/ 5323276 h 5483616"/>
              <a:gd name="connsiteX440" fmla="*/ 2247681 w 11233149"/>
              <a:gd name="connsiteY440" fmla="*/ 4970500 h 5483616"/>
              <a:gd name="connsiteX441" fmla="*/ 1894902 w 11233149"/>
              <a:gd name="connsiteY441" fmla="*/ 5323276 h 5483616"/>
              <a:gd name="connsiteX442" fmla="*/ 2055244 w 11233149"/>
              <a:gd name="connsiteY442" fmla="*/ 5483616 h 5483616"/>
              <a:gd name="connsiteX443" fmla="*/ 2035856 w 11233149"/>
              <a:gd name="connsiteY443" fmla="*/ 5483616 h 5483616"/>
              <a:gd name="connsiteX444" fmla="*/ 1885335 w 11233149"/>
              <a:gd name="connsiteY444" fmla="*/ 5332843 h 5483616"/>
              <a:gd name="connsiteX445" fmla="*/ 1734562 w 11233149"/>
              <a:gd name="connsiteY445" fmla="*/ 5483616 h 5483616"/>
              <a:gd name="connsiteX446" fmla="*/ 1714832 w 11233149"/>
              <a:gd name="connsiteY446" fmla="*/ 5483616 h 5483616"/>
              <a:gd name="connsiteX447" fmla="*/ 1875172 w 11233149"/>
              <a:gd name="connsiteY447" fmla="*/ 5323276 h 5483616"/>
              <a:gd name="connsiteX448" fmla="*/ 1100855 w 11233149"/>
              <a:gd name="connsiteY448" fmla="*/ 4548362 h 5483616"/>
              <a:gd name="connsiteX449" fmla="*/ 326538 w 11233149"/>
              <a:gd name="connsiteY449" fmla="*/ 5323276 h 5483616"/>
              <a:gd name="connsiteX450" fmla="*/ 486879 w 11233149"/>
              <a:gd name="connsiteY450" fmla="*/ 5483616 h 5483616"/>
              <a:gd name="connsiteX451" fmla="*/ 467264 w 11233149"/>
              <a:gd name="connsiteY451" fmla="*/ 5483616 h 5483616"/>
              <a:gd name="connsiteX452" fmla="*/ 316373 w 11233149"/>
              <a:gd name="connsiteY452" fmla="*/ 5332843 h 5483616"/>
              <a:gd name="connsiteX453" fmla="*/ 186534 w 11233149"/>
              <a:gd name="connsiteY453" fmla="*/ 5462683 h 5483616"/>
              <a:gd name="connsiteX454" fmla="*/ 176967 w 11233149"/>
              <a:gd name="connsiteY454" fmla="*/ 5453116 h 5483616"/>
              <a:gd name="connsiteX455" fmla="*/ 306806 w 11233149"/>
              <a:gd name="connsiteY455" fmla="*/ 5323276 h 5483616"/>
              <a:gd name="connsiteX456" fmla="*/ 0 w 11233149"/>
              <a:gd name="connsiteY456" fmla="*/ 5015960 h 5483616"/>
              <a:gd name="connsiteX457" fmla="*/ 0 w 11233149"/>
              <a:gd name="connsiteY457" fmla="*/ 4996739 h 5483616"/>
              <a:gd name="connsiteX458" fmla="*/ 316373 w 11233149"/>
              <a:gd name="connsiteY458" fmla="*/ 5313111 h 5483616"/>
              <a:gd name="connsiteX459" fmla="*/ 1084114 w 11233149"/>
              <a:gd name="connsiteY459" fmla="*/ 4545372 h 5483616"/>
              <a:gd name="connsiteX460" fmla="*/ 0 w 11233149"/>
              <a:gd name="connsiteY460" fmla="*/ 4545372 h 5483616"/>
              <a:gd name="connsiteX461" fmla="*/ 0 w 11233149"/>
              <a:gd name="connsiteY461" fmla="*/ 4531619 h 5483616"/>
              <a:gd name="connsiteX462" fmla="*/ 1084114 w 11233149"/>
              <a:gd name="connsiteY462" fmla="*/ 4531619 h 5483616"/>
              <a:gd name="connsiteX463" fmla="*/ 316373 w 11233149"/>
              <a:gd name="connsiteY463" fmla="*/ 3763881 h 5483616"/>
              <a:gd name="connsiteX464" fmla="*/ 0 w 11233149"/>
              <a:gd name="connsiteY464" fmla="*/ 4080787 h 5483616"/>
              <a:gd name="connsiteX465" fmla="*/ 0 w 11233149"/>
              <a:gd name="connsiteY465" fmla="*/ 4061120 h 5483616"/>
              <a:gd name="connsiteX466" fmla="*/ 306806 w 11233149"/>
              <a:gd name="connsiteY466" fmla="*/ 3754314 h 5483616"/>
              <a:gd name="connsiteX467" fmla="*/ 0 w 11233149"/>
              <a:gd name="connsiteY467" fmla="*/ 3447508 h 5483616"/>
              <a:gd name="connsiteX468" fmla="*/ 0 w 11233149"/>
              <a:gd name="connsiteY468" fmla="*/ 3427776 h 5483616"/>
              <a:gd name="connsiteX469" fmla="*/ 316373 w 11233149"/>
              <a:gd name="connsiteY469" fmla="*/ 3744149 h 5483616"/>
              <a:gd name="connsiteX470" fmla="*/ 1084114 w 11233149"/>
              <a:gd name="connsiteY470" fmla="*/ 2977008 h 5483616"/>
              <a:gd name="connsiteX471" fmla="*/ 0 w 11233149"/>
              <a:gd name="connsiteY471" fmla="*/ 2977008 h 5483616"/>
              <a:gd name="connsiteX472" fmla="*/ 0 w 11233149"/>
              <a:gd name="connsiteY472" fmla="*/ 2962657 h 5483616"/>
              <a:gd name="connsiteX473" fmla="*/ 1084114 w 11233149"/>
              <a:gd name="connsiteY473" fmla="*/ 2962657 h 5483616"/>
              <a:gd name="connsiteX474" fmla="*/ 316373 w 11233149"/>
              <a:gd name="connsiteY474" fmla="*/ 2195517 h 5483616"/>
              <a:gd name="connsiteX475" fmla="*/ 0 w 11233149"/>
              <a:gd name="connsiteY475" fmla="*/ 2511891 h 5483616"/>
              <a:gd name="connsiteX476" fmla="*/ 0 w 11233149"/>
              <a:gd name="connsiteY476" fmla="*/ 2492755 h 5483616"/>
              <a:gd name="connsiteX477" fmla="*/ 306806 w 11233149"/>
              <a:gd name="connsiteY477" fmla="*/ 2185950 h 5483616"/>
              <a:gd name="connsiteX478" fmla="*/ 0 w 11233149"/>
              <a:gd name="connsiteY478" fmla="*/ 1878633 h 5483616"/>
              <a:gd name="connsiteX479" fmla="*/ 0 w 11233149"/>
              <a:gd name="connsiteY479" fmla="*/ 1859412 h 5483616"/>
              <a:gd name="connsiteX480" fmla="*/ 316373 w 11233149"/>
              <a:gd name="connsiteY480" fmla="*/ 2175785 h 5483616"/>
              <a:gd name="connsiteX481" fmla="*/ 1084114 w 11233149"/>
              <a:gd name="connsiteY481" fmla="*/ 1408046 h 5483616"/>
              <a:gd name="connsiteX482" fmla="*/ 0 w 11233149"/>
              <a:gd name="connsiteY482" fmla="*/ 1408046 h 5483616"/>
              <a:gd name="connsiteX483" fmla="*/ 0 w 11233149"/>
              <a:gd name="connsiteY483" fmla="*/ 1394293 h 5483616"/>
              <a:gd name="connsiteX484" fmla="*/ 1084114 w 11233149"/>
              <a:gd name="connsiteY484" fmla="*/ 1394293 h 5483616"/>
              <a:gd name="connsiteX485" fmla="*/ 316373 w 11233149"/>
              <a:gd name="connsiteY485" fmla="*/ 626554 h 5483616"/>
              <a:gd name="connsiteX486" fmla="*/ 0 w 11233149"/>
              <a:gd name="connsiteY486" fmla="*/ 943460 h 5483616"/>
              <a:gd name="connsiteX487" fmla="*/ 0 w 11233149"/>
              <a:gd name="connsiteY487" fmla="*/ 923793 h 5483616"/>
              <a:gd name="connsiteX488" fmla="*/ 306806 w 11233149"/>
              <a:gd name="connsiteY488" fmla="*/ 616987 h 5483616"/>
              <a:gd name="connsiteX489" fmla="*/ 0 w 11233149"/>
              <a:gd name="connsiteY489" fmla="*/ 310182 h 5483616"/>
              <a:gd name="connsiteX490" fmla="*/ 0 w 11233149"/>
              <a:gd name="connsiteY490" fmla="*/ 290450 h 5483616"/>
              <a:gd name="connsiteX491" fmla="*/ 316373 w 11233149"/>
              <a:gd name="connsiteY491" fmla="*/ 606822 h 54836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</a:cxnLst>
            <a:rect l="l" t="t" r="r" b="b"/>
            <a:pathLst>
              <a:path w="11233149" h="5483616">
                <a:moveTo>
                  <a:pt x="7997354" y="4545970"/>
                </a:moveTo>
                <a:lnTo>
                  <a:pt x="8765093" y="5313111"/>
                </a:lnTo>
                <a:lnTo>
                  <a:pt x="9120262" y="4957943"/>
                </a:lnTo>
                <a:lnTo>
                  <a:pt x="9120262" y="4545970"/>
                </a:lnTo>
                <a:close/>
                <a:moveTo>
                  <a:pt x="5704301" y="4545970"/>
                </a:moveTo>
                <a:lnTo>
                  <a:pt x="6472041" y="5313111"/>
                </a:lnTo>
                <a:lnTo>
                  <a:pt x="6827210" y="4957943"/>
                </a:lnTo>
                <a:lnTo>
                  <a:pt x="6827210" y="4545970"/>
                </a:lnTo>
                <a:close/>
                <a:moveTo>
                  <a:pt x="3410650" y="4545970"/>
                </a:moveTo>
                <a:lnTo>
                  <a:pt x="4178389" y="5313111"/>
                </a:lnTo>
                <a:lnTo>
                  <a:pt x="4533558" y="4957943"/>
                </a:lnTo>
                <a:lnTo>
                  <a:pt x="4533558" y="4545970"/>
                </a:lnTo>
                <a:close/>
                <a:moveTo>
                  <a:pt x="1117597" y="4545970"/>
                </a:moveTo>
                <a:lnTo>
                  <a:pt x="1885335" y="5313111"/>
                </a:lnTo>
                <a:lnTo>
                  <a:pt x="2240505" y="4957943"/>
                </a:lnTo>
                <a:lnTo>
                  <a:pt x="2240505" y="4545970"/>
                </a:lnTo>
                <a:close/>
                <a:moveTo>
                  <a:pt x="9134612" y="4545372"/>
                </a:moveTo>
                <a:lnTo>
                  <a:pt x="9134612" y="4957943"/>
                </a:lnTo>
                <a:lnTo>
                  <a:pt x="9489782" y="5313111"/>
                </a:lnTo>
                <a:lnTo>
                  <a:pt x="10257521" y="4545372"/>
                </a:lnTo>
                <a:close/>
                <a:moveTo>
                  <a:pt x="6840963" y="4545372"/>
                </a:moveTo>
                <a:lnTo>
                  <a:pt x="6840963" y="4957943"/>
                </a:lnTo>
                <a:lnTo>
                  <a:pt x="7196130" y="5313111"/>
                </a:lnTo>
                <a:lnTo>
                  <a:pt x="7963870" y="4545372"/>
                </a:lnTo>
                <a:close/>
                <a:moveTo>
                  <a:pt x="4547910" y="4545372"/>
                </a:moveTo>
                <a:lnTo>
                  <a:pt x="4547910" y="4957943"/>
                </a:lnTo>
                <a:lnTo>
                  <a:pt x="4903078" y="5313111"/>
                </a:lnTo>
                <a:lnTo>
                  <a:pt x="5670817" y="4545372"/>
                </a:lnTo>
                <a:close/>
                <a:moveTo>
                  <a:pt x="2254258" y="4545372"/>
                </a:moveTo>
                <a:lnTo>
                  <a:pt x="2254258" y="4957943"/>
                </a:lnTo>
                <a:lnTo>
                  <a:pt x="2609426" y="5313111"/>
                </a:lnTo>
                <a:lnTo>
                  <a:pt x="3377167" y="4545372"/>
                </a:lnTo>
                <a:close/>
                <a:moveTo>
                  <a:pt x="8765093" y="3764479"/>
                </a:moveTo>
                <a:lnTo>
                  <a:pt x="7997354" y="4531619"/>
                </a:lnTo>
                <a:lnTo>
                  <a:pt x="9120262" y="4531619"/>
                </a:lnTo>
                <a:lnTo>
                  <a:pt x="9120262" y="4119647"/>
                </a:lnTo>
                <a:close/>
                <a:moveTo>
                  <a:pt x="6472041" y="3764479"/>
                </a:moveTo>
                <a:lnTo>
                  <a:pt x="5704301" y="4531619"/>
                </a:lnTo>
                <a:lnTo>
                  <a:pt x="6827210" y="4531619"/>
                </a:lnTo>
                <a:lnTo>
                  <a:pt x="6827210" y="4119647"/>
                </a:lnTo>
                <a:close/>
                <a:moveTo>
                  <a:pt x="4178389" y="3764479"/>
                </a:moveTo>
                <a:lnTo>
                  <a:pt x="3410650" y="4531619"/>
                </a:lnTo>
                <a:lnTo>
                  <a:pt x="4533558" y="4531619"/>
                </a:lnTo>
                <a:lnTo>
                  <a:pt x="4533558" y="4119647"/>
                </a:lnTo>
                <a:close/>
                <a:moveTo>
                  <a:pt x="1885335" y="3764479"/>
                </a:moveTo>
                <a:lnTo>
                  <a:pt x="1117597" y="4531619"/>
                </a:lnTo>
                <a:lnTo>
                  <a:pt x="2240505" y="4531619"/>
                </a:lnTo>
                <a:lnTo>
                  <a:pt x="2240505" y="4119647"/>
                </a:lnTo>
                <a:close/>
                <a:moveTo>
                  <a:pt x="9489782" y="3763881"/>
                </a:moveTo>
                <a:lnTo>
                  <a:pt x="9134612" y="4119647"/>
                </a:lnTo>
                <a:lnTo>
                  <a:pt x="9134612" y="4531619"/>
                </a:lnTo>
                <a:lnTo>
                  <a:pt x="10257521" y="4531619"/>
                </a:lnTo>
                <a:close/>
                <a:moveTo>
                  <a:pt x="7196130" y="3763881"/>
                </a:moveTo>
                <a:lnTo>
                  <a:pt x="6840963" y="4119647"/>
                </a:lnTo>
                <a:lnTo>
                  <a:pt x="6840963" y="4531619"/>
                </a:lnTo>
                <a:lnTo>
                  <a:pt x="7963870" y="4531619"/>
                </a:lnTo>
                <a:close/>
                <a:moveTo>
                  <a:pt x="4903078" y="3763881"/>
                </a:moveTo>
                <a:lnTo>
                  <a:pt x="4547910" y="4119647"/>
                </a:lnTo>
                <a:lnTo>
                  <a:pt x="4547910" y="4531619"/>
                </a:lnTo>
                <a:lnTo>
                  <a:pt x="5670817" y="4531619"/>
                </a:lnTo>
                <a:close/>
                <a:moveTo>
                  <a:pt x="2610024" y="3763881"/>
                </a:moveTo>
                <a:lnTo>
                  <a:pt x="2254258" y="4119647"/>
                </a:lnTo>
                <a:lnTo>
                  <a:pt x="2254258" y="4531619"/>
                </a:lnTo>
                <a:lnTo>
                  <a:pt x="3377167" y="4531619"/>
                </a:lnTo>
                <a:close/>
                <a:moveTo>
                  <a:pt x="9127438" y="3401537"/>
                </a:moveTo>
                <a:lnTo>
                  <a:pt x="8774660" y="3754314"/>
                </a:lnTo>
                <a:lnTo>
                  <a:pt x="9127438" y="4107091"/>
                </a:lnTo>
                <a:lnTo>
                  <a:pt x="9480215" y="3754314"/>
                </a:lnTo>
                <a:close/>
                <a:moveTo>
                  <a:pt x="6834386" y="3401537"/>
                </a:moveTo>
                <a:lnTo>
                  <a:pt x="6481607" y="3754314"/>
                </a:lnTo>
                <a:lnTo>
                  <a:pt x="6834386" y="4107091"/>
                </a:lnTo>
                <a:lnTo>
                  <a:pt x="7187162" y="3754314"/>
                </a:lnTo>
                <a:close/>
                <a:moveTo>
                  <a:pt x="4541333" y="3401537"/>
                </a:moveTo>
                <a:lnTo>
                  <a:pt x="4188554" y="3754314"/>
                </a:lnTo>
                <a:lnTo>
                  <a:pt x="4541333" y="4107091"/>
                </a:lnTo>
                <a:lnTo>
                  <a:pt x="4894110" y="3754314"/>
                </a:lnTo>
                <a:close/>
                <a:moveTo>
                  <a:pt x="2247681" y="3401537"/>
                </a:moveTo>
                <a:lnTo>
                  <a:pt x="1894902" y="3754314"/>
                </a:lnTo>
                <a:lnTo>
                  <a:pt x="2247681" y="4107091"/>
                </a:lnTo>
                <a:lnTo>
                  <a:pt x="2600457" y="3754314"/>
                </a:lnTo>
                <a:close/>
                <a:moveTo>
                  <a:pt x="10274263" y="2979998"/>
                </a:moveTo>
                <a:lnTo>
                  <a:pt x="9499349" y="3754314"/>
                </a:lnTo>
                <a:lnTo>
                  <a:pt x="10273665" y="4528630"/>
                </a:lnTo>
                <a:lnTo>
                  <a:pt x="11048580" y="3754314"/>
                </a:lnTo>
                <a:close/>
                <a:moveTo>
                  <a:pt x="7981210" y="2979998"/>
                </a:moveTo>
                <a:lnTo>
                  <a:pt x="7206296" y="3754314"/>
                </a:lnTo>
                <a:lnTo>
                  <a:pt x="7980612" y="4528630"/>
                </a:lnTo>
                <a:lnTo>
                  <a:pt x="8755526" y="3754314"/>
                </a:lnTo>
                <a:close/>
                <a:moveTo>
                  <a:pt x="5687559" y="2979998"/>
                </a:moveTo>
                <a:lnTo>
                  <a:pt x="4913243" y="3754314"/>
                </a:lnTo>
                <a:lnTo>
                  <a:pt x="5687559" y="4529228"/>
                </a:lnTo>
                <a:lnTo>
                  <a:pt x="6461876" y="3754314"/>
                </a:lnTo>
                <a:close/>
                <a:moveTo>
                  <a:pt x="3394506" y="2979998"/>
                </a:moveTo>
                <a:lnTo>
                  <a:pt x="2619591" y="3754314"/>
                </a:lnTo>
                <a:lnTo>
                  <a:pt x="3393908" y="4528630"/>
                </a:lnTo>
                <a:lnTo>
                  <a:pt x="4168822" y="3754314"/>
                </a:lnTo>
                <a:close/>
                <a:moveTo>
                  <a:pt x="1100855" y="2979998"/>
                </a:moveTo>
                <a:lnTo>
                  <a:pt x="326538" y="3754314"/>
                </a:lnTo>
                <a:lnTo>
                  <a:pt x="1100855" y="4528630"/>
                </a:lnTo>
                <a:lnTo>
                  <a:pt x="1875768" y="3754314"/>
                </a:lnTo>
                <a:close/>
                <a:moveTo>
                  <a:pt x="9134612" y="2977008"/>
                </a:moveTo>
                <a:lnTo>
                  <a:pt x="9134612" y="3388980"/>
                </a:lnTo>
                <a:lnTo>
                  <a:pt x="9489782" y="3744149"/>
                </a:lnTo>
                <a:lnTo>
                  <a:pt x="10257521" y="2977008"/>
                </a:lnTo>
                <a:close/>
                <a:moveTo>
                  <a:pt x="7997354" y="2977008"/>
                </a:moveTo>
                <a:lnTo>
                  <a:pt x="8765093" y="3744747"/>
                </a:lnTo>
                <a:lnTo>
                  <a:pt x="9120262" y="3389578"/>
                </a:lnTo>
                <a:lnTo>
                  <a:pt x="9120262" y="2977008"/>
                </a:lnTo>
                <a:close/>
                <a:moveTo>
                  <a:pt x="6841559" y="2977008"/>
                </a:moveTo>
                <a:lnTo>
                  <a:pt x="6841559" y="3388980"/>
                </a:lnTo>
                <a:lnTo>
                  <a:pt x="6840963" y="3388980"/>
                </a:lnTo>
                <a:lnTo>
                  <a:pt x="7196130" y="3744149"/>
                </a:lnTo>
                <a:lnTo>
                  <a:pt x="7964468" y="2977008"/>
                </a:lnTo>
                <a:close/>
                <a:moveTo>
                  <a:pt x="5704301" y="2977008"/>
                </a:moveTo>
                <a:lnTo>
                  <a:pt x="6472041" y="3744747"/>
                </a:lnTo>
                <a:lnTo>
                  <a:pt x="6827210" y="3389578"/>
                </a:lnTo>
                <a:lnTo>
                  <a:pt x="6827210" y="2977008"/>
                </a:lnTo>
                <a:close/>
                <a:moveTo>
                  <a:pt x="4547910" y="2977008"/>
                </a:moveTo>
                <a:lnTo>
                  <a:pt x="4547910" y="3388980"/>
                </a:lnTo>
                <a:lnTo>
                  <a:pt x="4903078" y="3744149"/>
                </a:lnTo>
                <a:lnTo>
                  <a:pt x="5670817" y="2977008"/>
                </a:lnTo>
                <a:close/>
                <a:moveTo>
                  <a:pt x="3410650" y="2977008"/>
                </a:moveTo>
                <a:lnTo>
                  <a:pt x="4178389" y="3744747"/>
                </a:lnTo>
                <a:lnTo>
                  <a:pt x="4533558" y="3389578"/>
                </a:lnTo>
                <a:lnTo>
                  <a:pt x="4533558" y="2977008"/>
                </a:lnTo>
                <a:close/>
                <a:moveTo>
                  <a:pt x="2254258" y="2977008"/>
                </a:moveTo>
                <a:lnTo>
                  <a:pt x="2254258" y="3388980"/>
                </a:lnTo>
                <a:lnTo>
                  <a:pt x="2609426" y="3744149"/>
                </a:lnTo>
                <a:lnTo>
                  <a:pt x="3377764" y="2977008"/>
                </a:lnTo>
                <a:close/>
                <a:moveTo>
                  <a:pt x="1117597" y="2977008"/>
                </a:moveTo>
                <a:lnTo>
                  <a:pt x="1885335" y="3744747"/>
                </a:lnTo>
                <a:lnTo>
                  <a:pt x="2240505" y="3389578"/>
                </a:lnTo>
                <a:lnTo>
                  <a:pt x="2240505" y="2977008"/>
                </a:lnTo>
                <a:close/>
                <a:moveTo>
                  <a:pt x="8765093" y="2196115"/>
                </a:moveTo>
                <a:lnTo>
                  <a:pt x="7997354" y="2963255"/>
                </a:lnTo>
                <a:lnTo>
                  <a:pt x="9120262" y="2963255"/>
                </a:lnTo>
                <a:lnTo>
                  <a:pt x="9120262" y="2551283"/>
                </a:lnTo>
                <a:close/>
                <a:moveTo>
                  <a:pt x="6472041" y="2196115"/>
                </a:moveTo>
                <a:lnTo>
                  <a:pt x="5704301" y="2963255"/>
                </a:lnTo>
                <a:lnTo>
                  <a:pt x="6827210" y="2963255"/>
                </a:lnTo>
                <a:lnTo>
                  <a:pt x="6827210" y="2551283"/>
                </a:lnTo>
                <a:close/>
                <a:moveTo>
                  <a:pt x="4178389" y="2196115"/>
                </a:moveTo>
                <a:lnTo>
                  <a:pt x="3410650" y="2963255"/>
                </a:lnTo>
                <a:lnTo>
                  <a:pt x="4533558" y="2963255"/>
                </a:lnTo>
                <a:lnTo>
                  <a:pt x="4533558" y="2551283"/>
                </a:lnTo>
                <a:close/>
                <a:moveTo>
                  <a:pt x="1885335" y="2196115"/>
                </a:moveTo>
                <a:lnTo>
                  <a:pt x="1117597" y="2963255"/>
                </a:lnTo>
                <a:lnTo>
                  <a:pt x="2240505" y="2963255"/>
                </a:lnTo>
                <a:lnTo>
                  <a:pt x="2240505" y="2551283"/>
                </a:lnTo>
                <a:close/>
                <a:moveTo>
                  <a:pt x="4903078" y="2195517"/>
                </a:moveTo>
                <a:lnTo>
                  <a:pt x="4547910" y="2550686"/>
                </a:lnTo>
                <a:lnTo>
                  <a:pt x="4547910" y="2962657"/>
                </a:lnTo>
                <a:lnTo>
                  <a:pt x="5670817" y="2962657"/>
                </a:lnTo>
                <a:close/>
                <a:moveTo>
                  <a:pt x="2610024" y="2195517"/>
                </a:moveTo>
                <a:lnTo>
                  <a:pt x="2254258" y="2550686"/>
                </a:lnTo>
                <a:lnTo>
                  <a:pt x="2254258" y="2962657"/>
                </a:lnTo>
                <a:lnTo>
                  <a:pt x="3377167" y="2962657"/>
                </a:lnTo>
                <a:close/>
                <a:moveTo>
                  <a:pt x="9489782" y="2194919"/>
                </a:moveTo>
                <a:lnTo>
                  <a:pt x="9134612" y="2550686"/>
                </a:lnTo>
                <a:lnTo>
                  <a:pt x="9134612" y="2962657"/>
                </a:lnTo>
                <a:lnTo>
                  <a:pt x="10257521" y="2962657"/>
                </a:lnTo>
                <a:close/>
                <a:moveTo>
                  <a:pt x="7196130" y="2194919"/>
                </a:moveTo>
                <a:lnTo>
                  <a:pt x="6840963" y="2550686"/>
                </a:lnTo>
                <a:lnTo>
                  <a:pt x="6840963" y="2962657"/>
                </a:lnTo>
                <a:lnTo>
                  <a:pt x="7963870" y="2962657"/>
                </a:lnTo>
                <a:close/>
                <a:moveTo>
                  <a:pt x="9127438" y="1833173"/>
                </a:moveTo>
                <a:lnTo>
                  <a:pt x="8774660" y="2185950"/>
                </a:lnTo>
                <a:lnTo>
                  <a:pt x="9127438" y="2538727"/>
                </a:lnTo>
                <a:lnTo>
                  <a:pt x="9480215" y="2185950"/>
                </a:lnTo>
                <a:close/>
                <a:moveTo>
                  <a:pt x="6834386" y="1833173"/>
                </a:moveTo>
                <a:lnTo>
                  <a:pt x="6481607" y="2185950"/>
                </a:lnTo>
                <a:lnTo>
                  <a:pt x="6834386" y="2538727"/>
                </a:lnTo>
                <a:lnTo>
                  <a:pt x="7187162" y="2185950"/>
                </a:lnTo>
                <a:close/>
                <a:moveTo>
                  <a:pt x="4541333" y="1833173"/>
                </a:moveTo>
                <a:lnTo>
                  <a:pt x="4188554" y="2185950"/>
                </a:lnTo>
                <a:lnTo>
                  <a:pt x="4541333" y="2538727"/>
                </a:lnTo>
                <a:lnTo>
                  <a:pt x="4894110" y="2185950"/>
                </a:lnTo>
                <a:close/>
                <a:moveTo>
                  <a:pt x="2247681" y="1833173"/>
                </a:moveTo>
                <a:lnTo>
                  <a:pt x="1894902" y="2185950"/>
                </a:lnTo>
                <a:lnTo>
                  <a:pt x="2247681" y="2538727"/>
                </a:lnTo>
                <a:lnTo>
                  <a:pt x="2600457" y="2185950"/>
                </a:lnTo>
                <a:close/>
                <a:moveTo>
                  <a:pt x="10273665" y="1411634"/>
                </a:moveTo>
                <a:lnTo>
                  <a:pt x="9499349" y="2185950"/>
                </a:lnTo>
                <a:lnTo>
                  <a:pt x="10273665" y="2960266"/>
                </a:lnTo>
                <a:lnTo>
                  <a:pt x="11047981" y="2185950"/>
                </a:lnTo>
                <a:close/>
                <a:moveTo>
                  <a:pt x="7980612" y="1411634"/>
                </a:moveTo>
                <a:lnTo>
                  <a:pt x="7206296" y="2185950"/>
                </a:lnTo>
                <a:lnTo>
                  <a:pt x="7980612" y="2960266"/>
                </a:lnTo>
                <a:lnTo>
                  <a:pt x="8754928" y="2185950"/>
                </a:lnTo>
                <a:close/>
                <a:moveTo>
                  <a:pt x="5687559" y="1411035"/>
                </a:moveTo>
                <a:lnTo>
                  <a:pt x="4913243" y="2185950"/>
                </a:lnTo>
                <a:lnTo>
                  <a:pt x="5687559" y="2960266"/>
                </a:lnTo>
                <a:lnTo>
                  <a:pt x="6461876" y="2185950"/>
                </a:lnTo>
                <a:close/>
                <a:moveTo>
                  <a:pt x="3394506" y="1411035"/>
                </a:moveTo>
                <a:lnTo>
                  <a:pt x="2619591" y="2185950"/>
                </a:lnTo>
                <a:lnTo>
                  <a:pt x="3393908" y="2960266"/>
                </a:lnTo>
                <a:lnTo>
                  <a:pt x="4168822" y="2185950"/>
                </a:lnTo>
                <a:close/>
                <a:moveTo>
                  <a:pt x="1100855" y="1411035"/>
                </a:moveTo>
                <a:lnTo>
                  <a:pt x="326538" y="2185950"/>
                </a:lnTo>
                <a:lnTo>
                  <a:pt x="1100855" y="2960266"/>
                </a:lnTo>
                <a:lnTo>
                  <a:pt x="1875172" y="2185950"/>
                </a:lnTo>
                <a:close/>
                <a:moveTo>
                  <a:pt x="7997354" y="1408644"/>
                </a:moveTo>
                <a:lnTo>
                  <a:pt x="8765093" y="2175785"/>
                </a:lnTo>
                <a:lnTo>
                  <a:pt x="9120262" y="1820617"/>
                </a:lnTo>
                <a:lnTo>
                  <a:pt x="9120262" y="1408644"/>
                </a:lnTo>
                <a:close/>
                <a:moveTo>
                  <a:pt x="5704301" y="1408644"/>
                </a:moveTo>
                <a:lnTo>
                  <a:pt x="6472041" y="2175785"/>
                </a:lnTo>
                <a:lnTo>
                  <a:pt x="6827210" y="1820617"/>
                </a:lnTo>
                <a:lnTo>
                  <a:pt x="6827210" y="1408644"/>
                </a:lnTo>
                <a:close/>
                <a:moveTo>
                  <a:pt x="3410650" y="1408644"/>
                </a:moveTo>
                <a:lnTo>
                  <a:pt x="4178389" y="2175785"/>
                </a:lnTo>
                <a:lnTo>
                  <a:pt x="4533558" y="1820617"/>
                </a:lnTo>
                <a:lnTo>
                  <a:pt x="4533558" y="1408644"/>
                </a:lnTo>
                <a:close/>
                <a:moveTo>
                  <a:pt x="1117597" y="1408644"/>
                </a:moveTo>
                <a:lnTo>
                  <a:pt x="1885335" y="2175785"/>
                </a:lnTo>
                <a:lnTo>
                  <a:pt x="2240505" y="1820617"/>
                </a:lnTo>
                <a:lnTo>
                  <a:pt x="2240505" y="1408644"/>
                </a:lnTo>
                <a:close/>
                <a:moveTo>
                  <a:pt x="9134612" y="1408046"/>
                </a:moveTo>
                <a:lnTo>
                  <a:pt x="9134612" y="1820617"/>
                </a:lnTo>
                <a:lnTo>
                  <a:pt x="9489782" y="2175785"/>
                </a:lnTo>
                <a:lnTo>
                  <a:pt x="10257521" y="1408046"/>
                </a:lnTo>
                <a:close/>
                <a:moveTo>
                  <a:pt x="6840963" y="1408046"/>
                </a:moveTo>
                <a:lnTo>
                  <a:pt x="6840963" y="1820617"/>
                </a:lnTo>
                <a:lnTo>
                  <a:pt x="7196130" y="2175785"/>
                </a:lnTo>
                <a:lnTo>
                  <a:pt x="7963870" y="1408046"/>
                </a:lnTo>
                <a:close/>
                <a:moveTo>
                  <a:pt x="4547910" y="1408046"/>
                </a:moveTo>
                <a:lnTo>
                  <a:pt x="4547910" y="1820617"/>
                </a:lnTo>
                <a:lnTo>
                  <a:pt x="4903078" y="2175785"/>
                </a:lnTo>
                <a:lnTo>
                  <a:pt x="5670817" y="1408046"/>
                </a:lnTo>
                <a:close/>
                <a:moveTo>
                  <a:pt x="2254258" y="1408046"/>
                </a:moveTo>
                <a:lnTo>
                  <a:pt x="2254258" y="1820617"/>
                </a:lnTo>
                <a:lnTo>
                  <a:pt x="2609426" y="2175785"/>
                </a:lnTo>
                <a:lnTo>
                  <a:pt x="3377167" y="1408046"/>
                </a:lnTo>
                <a:close/>
                <a:moveTo>
                  <a:pt x="8765093" y="627152"/>
                </a:moveTo>
                <a:lnTo>
                  <a:pt x="7997354" y="1394293"/>
                </a:lnTo>
                <a:lnTo>
                  <a:pt x="9120262" y="1394293"/>
                </a:lnTo>
                <a:lnTo>
                  <a:pt x="9120262" y="982320"/>
                </a:lnTo>
                <a:close/>
                <a:moveTo>
                  <a:pt x="6472041" y="627152"/>
                </a:moveTo>
                <a:lnTo>
                  <a:pt x="5704301" y="1394293"/>
                </a:lnTo>
                <a:lnTo>
                  <a:pt x="6827210" y="1394293"/>
                </a:lnTo>
                <a:lnTo>
                  <a:pt x="6827210" y="982320"/>
                </a:lnTo>
                <a:close/>
                <a:moveTo>
                  <a:pt x="4178389" y="627152"/>
                </a:moveTo>
                <a:lnTo>
                  <a:pt x="3410650" y="1394293"/>
                </a:lnTo>
                <a:lnTo>
                  <a:pt x="4533558" y="1394293"/>
                </a:lnTo>
                <a:lnTo>
                  <a:pt x="4533558" y="982320"/>
                </a:lnTo>
                <a:close/>
                <a:moveTo>
                  <a:pt x="1885335" y="627152"/>
                </a:moveTo>
                <a:lnTo>
                  <a:pt x="1117597" y="1394293"/>
                </a:lnTo>
                <a:lnTo>
                  <a:pt x="2240505" y="1394293"/>
                </a:lnTo>
                <a:lnTo>
                  <a:pt x="2240505" y="982320"/>
                </a:lnTo>
                <a:close/>
                <a:moveTo>
                  <a:pt x="9489782" y="626554"/>
                </a:moveTo>
                <a:lnTo>
                  <a:pt x="9134612" y="982320"/>
                </a:lnTo>
                <a:lnTo>
                  <a:pt x="9134612" y="1394293"/>
                </a:lnTo>
                <a:lnTo>
                  <a:pt x="10257521" y="1394293"/>
                </a:lnTo>
                <a:close/>
                <a:moveTo>
                  <a:pt x="7196130" y="626554"/>
                </a:moveTo>
                <a:lnTo>
                  <a:pt x="6840963" y="982320"/>
                </a:lnTo>
                <a:lnTo>
                  <a:pt x="6840963" y="1394293"/>
                </a:lnTo>
                <a:lnTo>
                  <a:pt x="7963870" y="1394293"/>
                </a:lnTo>
                <a:close/>
                <a:moveTo>
                  <a:pt x="4903078" y="626554"/>
                </a:moveTo>
                <a:lnTo>
                  <a:pt x="4547910" y="982320"/>
                </a:lnTo>
                <a:lnTo>
                  <a:pt x="4547910" y="1394293"/>
                </a:lnTo>
                <a:lnTo>
                  <a:pt x="5670817" y="1394293"/>
                </a:lnTo>
                <a:close/>
                <a:moveTo>
                  <a:pt x="2610024" y="626554"/>
                </a:moveTo>
                <a:lnTo>
                  <a:pt x="2254258" y="982320"/>
                </a:lnTo>
                <a:lnTo>
                  <a:pt x="2254258" y="1394293"/>
                </a:lnTo>
                <a:lnTo>
                  <a:pt x="3377167" y="1394293"/>
                </a:lnTo>
                <a:close/>
                <a:moveTo>
                  <a:pt x="9127438" y="264210"/>
                </a:moveTo>
                <a:lnTo>
                  <a:pt x="8774660" y="616987"/>
                </a:lnTo>
                <a:lnTo>
                  <a:pt x="9127438" y="969764"/>
                </a:lnTo>
                <a:lnTo>
                  <a:pt x="9480215" y="616987"/>
                </a:lnTo>
                <a:close/>
                <a:moveTo>
                  <a:pt x="6834386" y="264210"/>
                </a:moveTo>
                <a:lnTo>
                  <a:pt x="6481607" y="616987"/>
                </a:lnTo>
                <a:lnTo>
                  <a:pt x="6834386" y="969764"/>
                </a:lnTo>
                <a:lnTo>
                  <a:pt x="7187162" y="616987"/>
                </a:lnTo>
                <a:close/>
                <a:moveTo>
                  <a:pt x="4541333" y="264210"/>
                </a:moveTo>
                <a:lnTo>
                  <a:pt x="4188554" y="616987"/>
                </a:lnTo>
                <a:lnTo>
                  <a:pt x="4541333" y="969764"/>
                </a:lnTo>
                <a:lnTo>
                  <a:pt x="4894110" y="616987"/>
                </a:lnTo>
                <a:close/>
                <a:moveTo>
                  <a:pt x="2247681" y="264210"/>
                </a:moveTo>
                <a:lnTo>
                  <a:pt x="1894902" y="616987"/>
                </a:lnTo>
                <a:lnTo>
                  <a:pt x="2247681" y="969764"/>
                </a:lnTo>
                <a:lnTo>
                  <a:pt x="2600457" y="616987"/>
                </a:lnTo>
                <a:close/>
                <a:moveTo>
                  <a:pt x="923669" y="0"/>
                </a:moveTo>
                <a:lnTo>
                  <a:pt x="943526" y="0"/>
                </a:lnTo>
                <a:lnTo>
                  <a:pt x="326538" y="616987"/>
                </a:lnTo>
                <a:lnTo>
                  <a:pt x="1100855" y="1391304"/>
                </a:lnTo>
                <a:lnTo>
                  <a:pt x="1875172" y="616987"/>
                </a:lnTo>
                <a:lnTo>
                  <a:pt x="1258184" y="0"/>
                </a:lnTo>
                <a:lnTo>
                  <a:pt x="1277915" y="0"/>
                </a:lnTo>
                <a:lnTo>
                  <a:pt x="1885335" y="607420"/>
                </a:lnTo>
                <a:lnTo>
                  <a:pt x="2240505" y="252251"/>
                </a:lnTo>
                <a:lnTo>
                  <a:pt x="2240505" y="0"/>
                </a:lnTo>
                <a:lnTo>
                  <a:pt x="2254258" y="0"/>
                </a:lnTo>
                <a:lnTo>
                  <a:pt x="2254258" y="251654"/>
                </a:lnTo>
                <a:lnTo>
                  <a:pt x="2609426" y="606822"/>
                </a:lnTo>
                <a:lnTo>
                  <a:pt x="3217195" y="0"/>
                </a:lnTo>
                <a:lnTo>
                  <a:pt x="3237055" y="0"/>
                </a:lnTo>
                <a:lnTo>
                  <a:pt x="2619591" y="616987"/>
                </a:lnTo>
                <a:lnTo>
                  <a:pt x="3393908" y="1391304"/>
                </a:lnTo>
                <a:lnTo>
                  <a:pt x="4168822" y="616987"/>
                </a:lnTo>
                <a:lnTo>
                  <a:pt x="3551835" y="0"/>
                </a:lnTo>
                <a:lnTo>
                  <a:pt x="3570969" y="0"/>
                </a:lnTo>
                <a:lnTo>
                  <a:pt x="4178389" y="607420"/>
                </a:lnTo>
                <a:lnTo>
                  <a:pt x="4533558" y="252251"/>
                </a:lnTo>
                <a:lnTo>
                  <a:pt x="4533558" y="0"/>
                </a:lnTo>
                <a:lnTo>
                  <a:pt x="4547910" y="0"/>
                </a:lnTo>
                <a:lnTo>
                  <a:pt x="4547910" y="251654"/>
                </a:lnTo>
                <a:lnTo>
                  <a:pt x="4903078" y="606822"/>
                </a:lnTo>
                <a:lnTo>
                  <a:pt x="5510374" y="0"/>
                </a:lnTo>
                <a:lnTo>
                  <a:pt x="5530230" y="0"/>
                </a:lnTo>
                <a:lnTo>
                  <a:pt x="4913243" y="616987"/>
                </a:lnTo>
                <a:lnTo>
                  <a:pt x="5687559" y="1391902"/>
                </a:lnTo>
                <a:lnTo>
                  <a:pt x="6461876" y="617585"/>
                </a:lnTo>
                <a:lnTo>
                  <a:pt x="5844767" y="0"/>
                </a:lnTo>
                <a:lnTo>
                  <a:pt x="5864620" y="0"/>
                </a:lnTo>
                <a:lnTo>
                  <a:pt x="6472041" y="607420"/>
                </a:lnTo>
                <a:lnTo>
                  <a:pt x="6827210" y="252251"/>
                </a:lnTo>
                <a:lnTo>
                  <a:pt x="6827210" y="0"/>
                </a:lnTo>
                <a:lnTo>
                  <a:pt x="6841559" y="0"/>
                </a:lnTo>
                <a:lnTo>
                  <a:pt x="6841559" y="251654"/>
                </a:lnTo>
                <a:lnTo>
                  <a:pt x="6840963" y="251654"/>
                </a:lnTo>
                <a:lnTo>
                  <a:pt x="7196130" y="606822"/>
                </a:lnTo>
                <a:lnTo>
                  <a:pt x="7803899" y="0"/>
                </a:lnTo>
                <a:lnTo>
                  <a:pt x="7823283" y="0"/>
                </a:lnTo>
                <a:lnTo>
                  <a:pt x="7206296" y="616987"/>
                </a:lnTo>
                <a:lnTo>
                  <a:pt x="7980612" y="1391304"/>
                </a:lnTo>
                <a:lnTo>
                  <a:pt x="8754928" y="616987"/>
                </a:lnTo>
                <a:lnTo>
                  <a:pt x="8137941" y="0"/>
                </a:lnTo>
                <a:lnTo>
                  <a:pt x="8157673" y="0"/>
                </a:lnTo>
                <a:lnTo>
                  <a:pt x="8765093" y="607420"/>
                </a:lnTo>
                <a:lnTo>
                  <a:pt x="9120262" y="252251"/>
                </a:lnTo>
                <a:lnTo>
                  <a:pt x="9120262" y="0"/>
                </a:lnTo>
                <a:lnTo>
                  <a:pt x="9134612" y="0"/>
                </a:lnTo>
                <a:lnTo>
                  <a:pt x="9134612" y="251654"/>
                </a:lnTo>
                <a:lnTo>
                  <a:pt x="9489782" y="606822"/>
                </a:lnTo>
                <a:lnTo>
                  <a:pt x="10097077" y="0"/>
                </a:lnTo>
                <a:lnTo>
                  <a:pt x="10116812" y="0"/>
                </a:lnTo>
                <a:lnTo>
                  <a:pt x="9499349" y="616987"/>
                </a:lnTo>
                <a:lnTo>
                  <a:pt x="10273665" y="1391304"/>
                </a:lnTo>
                <a:lnTo>
                  <a:pt x="11047981" y="616987"/>
                </a:lnTo>
                <a:lnTo>
                  <a:pt x="10431471" y="0"/>
                </a:lnTo>
                <a:lnTo>
                  <a:pt x="10451324" y="0"/>
                </a:lnTo>
                <a:lnTo>
                  <a:pt x="11058745" y="607420"/>
                </a:lnTo>
                <a:lnTo>
                  <a:pt x="11233149" y="433015"/>
                </a:lnTo>
                <a:lnTo>
                  <a:pt x="11233149" y="452150"/>
                </a:lnTo>
                <a:lnTo>
                  <a:pt x="11068312" y="616987"/>
                </a:lnTo>
                <a:lnTo>
                  <a:pt x="11233149" y="781825"/>
                </a:lnTo>
                <a:lnTo>
                  <a:pt x="11233149" y="801556"/>
                </a:lnTo>
                <a:lnTo>
                  <a:pt x="11058745" y="627152"/>
                </a:lnTo>
                <a:lnTo>
                  <a:pt x="10291005" y="1394293"/>
                </a:lnTo>
                <a:lnTo>
                  <a:pt x="11233149" y="1394293"/>
                </a:lnTo>
                <a:lnTo>
                  <a:pt x="11233149" y="1408644"/>
                </a:lnTo>
                <a:lnTo>
                  <a:pt x="10291005" y="1408644"/>
                </a:lnTo>
                <a:lnTo>
                  <a:pt x="11058745" y="2175785"/>
                </a:lnTo>
                <a:lnTo>
                  <a:pt x="11233149" y="2001381"/>
                </a:lnTo>
                <a:lnTo>
                  <a:pt x="11233149" y="2020514"/>
                </a:lnTo>
                <a:lnTo>
                  <a:pt x="11068312" y="2185352"/>
                </a:lnTo>
                <a:lnTo>
                  <a:pt x="11233149" y="2350189"/>
                </a:lnTo>
                <a:lnTo>
                  <a:pt x="11233149" y="2370519"/>
                </a:lnTo>
                <a:lnTo>
                  <a:pt x="11058745" y="2196115"/>
                </a:lnTo>
                <a:lnTo>
                  <a:pt x="10291005" y="2963255"/>
                </a:lnTo>
                <a:lnTo>
                  <a:pt x="11233149" y="2963255"/>
                </a:lnTo>
                <a:lnTo>
                  <a:pt x="11233149" y="2977008"/>
                </a:lnTo>
                <a:lnTo>
                  <a:pt x="10291005" y="2977008"/>
                </a:lnTo>
                <a:lnTo>
                  <a:pt x="11058745" y="3744747"/>
                </a:lnTo>
                <a:lnTo>
                  <a:pt x="11233149" y="3570342"/>
                </a:lnTo>
                <a:lnTo>
                  <a:pt x="11233149" y="3588878"/>
                </a:lnTo>
                <a:lnTo>
                  <a:pt x="11068312" y="3753716"/>
                </a:lnTo>
                <a:lnTo>
                  <a:pt x="11233149" y="3918554"/>
                </a:lnTo>
                <a:lnTo>
                  <a:pt x="11233149" y="3938883"/>
                </a:lnTo>
                <a:lnTo>
                  <a:pt x="11058745" y="3764479"/>
                </a:lnTo>
                <a:lnTo>
                  <a:pt x="10291005" y="4531619"/>
                </a:lnTo>
                <a:lnTo>
                  <a:pt x="11233149" y="4531619"/>
                </a:lnTo>
                <a:lnTo>
                  <a:pt x="11233149" y="4545970"/>
                </a:lnTo>
                <a:lnTo>
                  <a:pt x="10291005" y="4545970"/>
                </a:lnTo>
                <a:lnTo>
                  <a:pt x="11058745" y="5313111"/>
                </a:lnTo>
                <a:lnTo>
                  <a:pt x="11233149" y="5138707"/>
                </a:lnTo>
                <a:lnTo>
                  <a:pt x="11233149" y="5157242"/>
                </a:lnTo>
                <a:lnTo>
                  <a:pt x="11068312" y="5322079"/>
                </a:lnTo>
                <a:lnTo>
                  <a:pt x="11215689" y="5469458"/>
                </a:lnTo>
                <a:lnTo>
                  <a:pt x="11203117" y="5477812"/>
                </a:lnTo>
                <a:lnTo>
                  <a:pt x="11058745" y="5333441"/>
                </a:lnTo>
                <a:lnTo>
                  <a:pt x="10908452" y="5483616"/>
                </a:lnTo>
                <a:lnTo>
                  <a:pt x="10887641" y="5483616"/>
                </a:lnTo>
                <a:lnTo>
                  <a:pt x="11047981" y="5323276"/>
                </a:lnTo>
                <a:lnTo>
                  <a:pt x="10273665" y="4548960"/>
                </a:lnTo>
                <a:lnTo>
                  <a:pt x="9499349" y="5323276"/>
                </a:lnTo>
                <a:lnTo>
                  <a:pt x="9659689" y="5483616"/>
                </a:lnTo>
                <a:lnTo>
                  <a:pt x="9640673" y="5483616"/>
                </a:lnTo>
                <a:lnTo>
                  <a:pt x="9489782" y="5332843"/>
                </a:lnTo>
                <a:lnTo>
                  <a:pt x="9339009" y="5483616"/>
                </a:lnTo>
                <a:lnTo>
                  <a:pt x="9319874" y="5483616"/>
                </a:lnTo>
                <a:lnTo>
                  <a:pt x="9480215" y="5323276"/>
                </a:lnTo>
                <a:lnTo>
                  <a:pt x="9127438" y="4970500"/>
                </a:lnTo>
                <a:lnTo>
                  <a:pt x="8774660" y="5323276"/>
                </a:lnTo>
                <a:lnTo>
                  <a:pt x="8935001" y="5483616"/>
                </a:lnTo>
                <a:lnTo>
                  <a:pt x="8915269" y="5483616"/>
                </a:lnTo>
                <a:lnTo>
                  <a:pt x="8765093" y="5333441"/>
                </a:lnTo>
                <a:lnTo>
                  <a:pt x="8614800" y="5483616"/>
                </a:lnTo>
                <a:lnTo>
                  <a:pt x="8594588" y="5483616"/>
                </a:lnTo>
                <a:lnTo>
                  <a:pt x="8754928" y="5323276"/>
                </a:lnTo>
                <a:lnTo>
                  <a:pt x="7980612" y="4548960"/>
                </a:lnTo>
                <a:lnTo>
                  <a:pt x="7206296" y="5323276"/>
                </a:lnTo>
                <a:lnTo>
                  <a:pt x="7366637" y="5483616"/>
                </a:lnTo>
                <a:lnTo>
                  <a:pt x="7347502" y="5483616"/>
                </a:lnTo>
                <a:lnTo>
                  <a:pt x="7196729" y="5332843"/>
                </a:lnTo>
                <a:lnTo>
                  <a:pt x="7045703" y="5483616"/>
                </a:lnTo>
                <a:lnTo>
                  <a:pt x="7026822" y="5483616"/>
                </a:lnTo>
                <a:lnTo>
                  <a:pt x="7187162" y="5323276"/>
                </a:lnTo>
                <a:lnTo>
                  <a:pt x="6834386" y="4970500"/>
                </a:lnTo>
                <a:lnTo>
                  <a:pt x="6481607" y="5323276"/>
                </a:lnTo>
                <a:lnTo>
                  <a:pt x="6641948" y="5483616"/>
                </a:lnTo>
                <a:lnTo>
                  <a:pt x="6622217" y="5483616"/>
                </a:lnTo>
                <a:lnTo>
                  <a:pt x="6472041" y="5333441"/>
                </a:lnTo>
                <a:lnTo>
                  <a:pt x="6321748" y="5483616"/>
                </a:lnTo>
                <a:lnTo>
                  <a:pt x="6301535" y="5483616"/>
                </a:lnTo>
                <a:lnTo>
                  <a:pt x="6461876" y="5323276"/>
                </a:lnTo>
                <a:lnTo>
                  <a:pt x="5687559" y="4548362"/>
                </a:lnTo>
                <a:lnTo>
                  <a:pt x="4913243" y="5323276"/>
                </a:lnTo>
                <a:lnTo>
                  <a:pt x="5073583" y="5483616"/>
                </a:lnTo>
                <a:lnTo>
                  <a:pt x="5053969" y="5483616"/>
                </a:lnTo>
                <a:lnTo>
                  <a:pt x="4903078" y="5332843"/>
                </a:lnTo>
                <a:lnTo>
                  <a:pt x="4752305" y="5483616"/>
                </a:lnTo>
                <a:lnTo>
                  <a:pt x="4733769" y="5483616"/>
                </a:lnTo>
                <a:lnTo>
                  <a:pt x="4894110" y="5323276"/>
                </a:lnTo>
                <a:lnTo>
                  <a:pt x="4541333" y="4970500"/>
                </a:lnTo>
                <a:lnTo>
                  <a:pt x="4188554" y="5323276"/>
                </a:lnTo>
                <a:lnTo>
                  <a:pt x="4348896" y="5483616"/>
                </a:lnTo>
                <a:lnTo>
                  <a:pt x="4328910" y="5483616"/>
                </a:lnTo>
                <a:lnTo>
                  <a:pt x="4178389" y="5332843"/>
                </a:lnTo>
                <a:lnTo>
                  <a:pt x="4027616" y="5483616"/>
                </a:lnTo>
                <a:lnTo>
                  <a:pt x="4008358" y="5483616"/>
                </a:lnTo>
                <a:lnTo>
                  <a:pt x="4168822" y="5323276"/>
                </a:lnTo>
                <a:lnTo>
                  <a:pt x="3394506" y="4548362"/>
                </a:lnTo>
                <a:lnTo>
                  <a:pt x="2619591" y="5323276"/>
                </a:lnTo>
                <a:lnTo>
                  <a:pt x="2779932" y="5483616"/>
                </a:lnTo>
                <a:lnTo>
                  <a:pt x="2760798" y="5483616"/>
                </a:lnTo>
                <a:lnTo>
                  <a:pt x="2610024" y="5332843"/>
                </a:lnTo>
                <a:lnTo>
                  <a:pt x="2458998" y="5483616"/>
                </a:lnTo>
                <a:lnTo>
                  <a:pt x="2440117" y="5483616"/>
                </a:lnTo>
                <a:lnTo>
                  <a:pt x="2600457" y="5323276"/>
                </a:lnTo>
                <a:lnTo>
                  <a:pt x="2247681" y="4970500"/>
                </a:lnTo>
                <a:lnTo>
                  <a:pt x="1894902" y="5323276"/>
                </a:lnTo>
                <a:lnTo>
                  <a:pt x="2055244" y="5483616"/>
                </a:lnTo>
                <a:lnTo>
                  <a:pt x="2035856" y="5483616"/>
                </a:lnTo>
                <a:lnTo>
                  <a:pt x="1885335" y="5332843"/>
                </a:lnTo>
                <a:lnTo>
                  <a:pt x="1734562" y="5483616"/>
                </a:lnTo>
                <a:lnTo>
                  <a:pt x="1714832" y="5483616"/>
                </a:lnTo>
                <a:lnTo>
                  <a:pt x="1875172" y="5323276"/>
                </a:lnTo>
                <a:lnTo>
                  <a:pt x="1100855" y="4548362"/>
                </a:lnTo>
                <a:lnTo>
                  <a:pt x="326538" y="5323276"/>
                </a:lnTo>
                <a:lnTo>
                  <a:pt x="486879" y="5483616"/>
                </a:lnTo>
                <a:lnTo>
                  <a:pt x="467264" y="5483616"/>
                </a:lnTo>
                <a:lnTo>
                  <a:pt x="316373" y="5332843"/>
                </a:lnTo>
                <a:lnTo>
                  <a:pt x="186534" y="5462683"/>
                </a:lnTo>
                <a:lnTo>
                  <a:pt x="176967" y="5453116"/>
                </a:lnTo>
                <a:lnTo>
                  <a:pt x="306806" y="5323276"/>
                </a:lnTo>
                <a:lnTo>
                  <a:pt x="0" y="5015960"/>
                </a:lnTo>
                <a:lnTo>
                  <a:pt x="0" y="4996739"/>
                </a:lnTo>
                <a:lnTo>
                  <a:pt x="316373" y="5313111"/>
                </a:lnTo>
                <a:lnTo>
                  <a:pt x="1084114" y="4545372"/>
                </a:lnTo>
                <a:lnTo>
                  <a:pt x="0" y="4545372"/>
                </a:lnTo>
                <a:lnTo>
                  <a:pt x="0" y="4531619"/>
                </a:lnTo>
                <a:lnTo>
                  <a:pt x="1084114" y="4531619"/>
                </a:lnTo>
                <a:lnTo>
                  <a:pt x="316373" y="3763881"/>
                </a:lnTo>
                <a:lnTo>
                  <a:pt x="0" y="4080787"/>
                </a:lnTo>
                <a:lnTo>
                  <a:pt x="0" y="4061120"/>
                </a:lnTo>
                <a:lnTo>
                  <a:pt x="306806" y="3754314"/>
                </a:lnTo>
                <a:lnTo>
                  <a:pt x="0" y="3447508"/>
                </a:lnTo>
                <a:lnTo>
                  <a:pt x="0" y="3427776"/>
                </a:lnTo>
                <a:lnTo>
                  <a:pt x="316373" y="3744149"/>
                </a:lnTo>
                <a:lnTo>
                  <a:pt x="1084114" y="2977008"/>
                </a:lnTo>
                <a:lnTo>
                  <a:pt x="0" y="2977008"/>
                </a:lnTo>
                <a:lnTo>
                  <a:pt x="0" y="2962657"/>
                </a:lnTo>
                <a:lnTo>
                  <a:pt x="1084114" y="2962657"/>
                </a:lnTo>
                <a:lnTo>
                  <a:pt x="316373" y="2195517"/>
                </a:lnTo>
                <a:lnTo>
                  <a:pt x="0" y="2511891"/>
                </a:lnTo>
                <a:lnTo>
                  <a:pt x="0" y="2492755"/>
                </a:lnTo>
                <a:lnTo>
                  <a:pt x="306806" y="2185950"/>
                </a:lnTo>
                <a:lnTo>
                  <a:pt x="0" y="1878633"/>
                </a:lnTo>
                <a:lnTo>
                  <a:pt x="0" y="1859412"/>
                </a:lnTo>
                <a:lnTo>
                  <a:pt x="316373" y="2175785"/>
                </a:lnTo>
                <a:lnTo>
                  <a:pt x="1084114" y="1408046"/>
                </a:lnTo>
                <a:lnTo>
                  <a:pt x="0" y="1408046"/>
                </a:lnTo>
                <a:lnTo>
                  <a:pt x="0" y="1394293"/>
                </a:lnTo>
                <a:lnTo>
                  <a:pt x="1084114" y="1394293"/>
                </a:lnTo>
                <a:lnTo>
                  <a:pt x="316373" y="626554"/>
                </a:lnTo>
                <a:lnTo>
                  <a:pt x="0" y="943460"/>
                </a:lnTo>
                <a:lnTo>
                  <a:pt x="0" y="923793"/>
                </a:lnTo>
                <a:lnTo>
                  <a:pt x="306806" y="616987"/>
                </a:lnTo>
                <a:lnTo>
                  <a:pt x="0" y="310182"/>
                </a:lnTo>
                <a:lnTo>
                  <a:pt x="0" y="290450"/>
                </a:lnTo>
                <a:lnTo>
                  <a:pt x="316373" y="606822"/>
                </a:lnTo>
                <a:close/>
              </a:path>
            </a:pathLst>
          </a:custGeom>
          <a:gradFill>
            <a:gsLst>
              <a:gs pos="0">
                <a:srgbClr val="CCCED2">
                  <a:alpha val="17000"/>
                </a:srgbClr>
              </a:gs>
              <a:gs pos="23000">
                <a:srgbClr val="CCCED2">
                  <a:alpha val="7493"/>
                </a:srgbClr>
              </a:gs>
              <a:gs pos="75024">
                <a:srgbClr val="CCCED2">
                  <a:alpha val="9000"/>
                </a:srgbClr>
              </a:gs>
              <a:gs pos="49000">
                <a:srgbClr val="CCCED2">
                  <a:alpha val="17000"/>
                </a:srgbClr>
              </a:gs>
              <a:gs pos="100000">
                <a:srgbClr val="CCCED2">
                  <a:alpha val="17000"/>
                </a:srgbClr>
              </a:gs>
            </a:gsLst>
            <a:lin ang="5400000" scaled="1"/>
          </a:gradFill>
          <a:ln w="4048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ru-RU" b="0" i="0" dirty="0">
              <a:latin typeface="Onest" pitchFamily="2" charset="0"/>
            </a:endParaRPr>
          </a:p>
        </p:txBody>
      </p:sp>
      <p:sp>
        <p:nvSpPr>
          <p:cNvPr id="28" name="Скругленный прямоугольник 27">
            <a:extLst>
              <a:ext uri="{FF2B5EF4-FFF2-40B4-BE49-F238E27FC236}">
                <a16:creationId xmlns:a16="http://schemas.microsoft.com/office/drawing/2014/main" id="{92A9DFA8-88C0-7872-4F1C-789AD5D2D053}"/>
              </a:ext>
            </a:extLst>
          </p:cNvPr>
          <p:cNvSpPr/>
          <p:nvPr userDrawn="1"/>
        </p:nvSpPr>
        <p:spPr>
          <a:xfrm>
            <a:off x="479425" y="333375"/>
            <a:ext cx="11233150" cy="565527"/>
          </a:xfrm>
          <a:prstGeom prst="roundRect">
            <a:avLst>
              <a:gd name="adj" fmla="val 923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0" i="0" dirty="0">
              <a:latin typeface="Onest" pitchFamily="2" charset="0"/>
            </a:endParaRPr>
          </a:p>
        </p:txBody>
      </p:sp>
      <p:sp>
        <p:nvSpPr>
          <p:cNvPr id="71" name="Текст 69">
            <a:extLst>
              <a:ext uri="{FF2B5EF4-FFF2-40B4-BE49-F238E27FC236}">
                <a16:creationId xmlns:a16="http://schemas.microsoft.com/office/drawing/2014/main" id="{4FA0A09C-AB7B-4C4A-150F-A76CA98F4EE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52239" y="477639"/>
            <a:ext cx="7264616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lvl1pPr>
              <a:lnSpc>
                <a:spcPct val="100000"/>
              </a:lnSpc>
              <a:buNone/>
              <a:defRPr lang="ru-RU" sz="1200" smtClean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lang="ru-RU" sz="1800" smtClean="0"/>
            </a:lvl2pPr>
            <a:lvl3pPr>
              <a:defRPr lang="ru-RU" sz="1800" smtClean="0"/>
            </a:lvl3pPr>
            <a:lvl4pPr>
              <a:defRPr lang="ru-RU" smtClean="0"/>
            </a:lvl4pPr>
            <a:lvl5pPr>
              <a:defRPr lang="ru-RU"/>
            </a:lvl5pPr>
          </a:lstStyle>
          <a:p>
            <a:pPr marL="0" lvl="0"/>
            <a:r>
              <a:rPr lang="ru-RU" dirty="0"/>
              <a:t>Образец текста</a:t>
            </a:r>
          </a:p>
        </p:txBody>
      </p:sp>
      <p:sp>
        <p:nvSpPr>
          <p:cNvPr id="15" name="Заголовок 12">
            <a:extLst>
              <a:ext uri="{FF2B5EF4-FFF2-40B4-BE49-F238E27FC236}">
                <a16:creationId xmlns:a16="http://schemas.microsoft.com/office/drawing/2014/main" id="{6D365AD9-08CB-72DE-6066-A0B42F31F1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0623" y="1626362"/>
            <a:ext cx="6210670" cy="1089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ru-RU" sz="3600" b="1" spc="300">
                <a:solidFill>
                  <a:srgbClr val="EE0022"/>
                </a:solidFill>
                <a:latin typeface="Arial Black" panose="020B0A04020102020204" pitchFamily="34" charset="0"/>
                <a:ea typeface="+mn-ea"/>
                <a:cs typeface="+mn-cs"/>
              </a:defRPr>
            </a:lvl1pPr>
          </a:lstStyle>
          <a:p>
            <a:pPr marL="0" lvl="0"/>
            <a:r>
              <a:rPr lang="ru-RU" dirty="0"/>
              <a:t>ОБРАЗЕЦ ЗАГОЛОВКА</a:t>
            </a:r>
          </a:p>
        </p:txBody>
      </p:sp>
      <p:sp>
        <p:nvSpPr>
          <p:cNvPr id="18" name="Текст 16">
            <a:extLst>
              <a:ext uri="{FF2B5EF4-FFF2-40B4-BE49-F238E27FC236}">
                <a16:creationId xmlns:a16="http://schemas.microsoft.com/office/drawing/2014/main" id="{B7671E84-2855-4A66-91AE-D47F84FBDB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28898" y="3265732"/>
            <a:ext cx="6210670" cy="373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buNone/>
              <a:defRPr lang="ru-RU" sz="2000" dirty="0" smtClean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buNone/>
              <a:defRPr lang="ru-RU" sz="1800" smtClean="0"/>
            </a:lvl2pPr>
            <a:lvl3pPr>
              <a:buNone/>
              <a:defRPr lang="ru-RU" sz="1800" smtClean="0"/>
            </a:lvl3pPr>
            <a:lvl4pPr>
              <a:buNone/>
              <a:defRPr lang="ru-RU" smtClean="0"/>
            </a:lvl4pPr>
            <a:lvl5pPr>
              <a:buNone/>
              <a:defRPr lang="ru-RU"/>
            </a:lvl5pPr>
          </a:lstStyle>
          <a:p>
            <a:pPr marL="0" lvl="0" indent="15875">
              <a:buNone/>
              <a:tabLst/>
            </a:pPr>
            <a:r>
              <a:rPr lang="ru-RU" dirty="0"/>
              <a:t>Образец текста</a:t>
            </a:r>
          </a:p>
        </p:txBody>
      </p:sp>
      <p:sp>
        <p:nvSpPr>
          <p:cNvPr id="19" name="Текст 16">
            <a:extLst>
              <a:ext uri="{FF2B5EF4-FFF2-40B4-BE49-F238E27FC236}">
                <a16:creationId xmlns:a16="http://schemas.microsoft.com/office/drawing/2014/main" id="{402B8234-E1F4-C7EC-102A-C48AFE08224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8898" y="5600718"/>
            <a:ext cx="6210670" cy="3174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15875">
              <a:buNone/>
              <a:tabLst/>
              <a:defRPr lang="ru-RU" sz="1600" dirty="0" smtClean="0">
                <a:solidFill>
                  <a:srgbClr val="2D313C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buNone/>
              <a:defRPr lang="ru-RU" sz="1800" smtClean="0"/>
            </a:lvl2pPr>
            <a:lvl3pPr>
              <a:buNone/>
              <a:defRPr lang="ru-RU" sz="1800" smtClean="0"/>
            </a:lvl3pPr>
            <a:lvl4pPr>
              <a:buNone/>
              <a:defRPr lang="ru-RU" smtClean="0"/>
            </a:lvl4pPr>
            <a:lvl5pPr>
              <a:buNone/>
              <a:defRPr lang="ru-RU"/>
            </a:lvl5pPr>
          </a:lstStyle>
          <a:p>
            <a:pPr marL="0" lvl="0"/>
            <a:r>
              <a:rPr lang="ru-RU" dirty="0"/>
              <a:t>Образец текста</a:t>
            </a:r>
          </a:p>
        </p:txBody>
      </p:sp>
      <p:sp>
        <p:nvSpPr>
          <p:cNvPr id="20" name="Текст 16">
            <a:extLst>
              <a:ext uri="{FF2B5EF4-FFF2-40B4-BE49-F238E27FC236}">
                <a16:creationId xmlns:a16="http://schemas.microsoft.com/office/drawing/2014/main" id="{80E41D7C-910C-44D8-E0EA-DA6EF48E752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28898" y="5251459"/>
            <a:ext cx="6210670" cy="373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15875" indent="-15875">
              <a:buNone/>
              <a:tabLst/>
              <a:defRPr lang="ru-RU" sz="2000" b="1" dirty="0" smtClean="0">
                <a:solidFill>
                  <a:srgbClr val="2D313C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>
              <a:buNone/>
              <a:defRPr lang="ru-RU" sz="1800" smtClean="0"/>
            </a:lvl2pPr>
            <a:lvl3pPr>
              <a:buNone/>
              <a:defRPr lang="ru-RU" sz="1800" smtClean="0"/>
            </a:lvl3pPr>
            <a:lvl4pPr>
              <a:buNone/>
              <a:defRPr lang="ru-RU" smtClean="0"/>
            </a:lvl4pPr>
            <a:lvl5pPr>
              <a:buNone/>
              <a:defRPr lang="ru-RU"/>
            </a:lvl5pPr>
          </a:lstStyle>
          <a:p>
            <a:pPr marL="0" lvl="0"/>
            <a:r>
              <a:rPr lang="ru-RU" dirty="0"/>
              <a:t>Образец текста</a:t>
            </a:r>
          </a:p>
        </p:txBody>
      </p:sp>
      <p:pic>
        <p:nvPicPr>
          <p:cNvPr id="31" name="Рисунок 3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788" y="491173"/>
            <a:ext cx="1742047" cy="252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977043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4110" userDrawn="1">
          <p15:clr>
            <a:srgbClr val="FBAE40"/>
          </p15:clr>
        </p15:guide>
        <p15:guide id="2" pos="302" userDrawn="1">
          <p15:clr>
            <a:srgbClr val="FBAE40"/>
          </p15:clr>
        </p15:guide>
        <p15:guide id="3" pos="7378" userDrawn="1">
          <p15:clr>
            <a:srgbClr val="FBAE40"/>
          </p15:clr>
        </p15:guide>
        <p15:guide id="4" orient="horz" pos="958" userDrawn="1">
          <p15:clr>
            <a:srgbClr val="FBAE40"/>
          </p15:clr>
        </p15:guide>
        <p15:guide id="5" orient="horz" pos="255" userDrawn="1">
          <p15:clr>
            <a:srgbClr val="FBAE40"/>
          </p15:clr>
        </p15:guide>
        <p15:guide id="6" orient="horz" pos="731" userDrawn="1">
          <p15:clr>
            <a:srgbClr val="FBAE40"/>
          </p15:clr>
        </p15:guide>
        <p15:guide id="7" pos="597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Пользовательский маке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олилиния 1">
            <a:extLst>
              <a:ext uri="{FF2B5EF4-FFF2-40B4-BE49-F238E27FC236}">
                <a16:creationId xmlns:a16="http://schemas.microsoft.com/office/drawing/2014/main" id="{F7BCD562-9387-55DE-1E0F-CE7FF6FBAE3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9394542 w 12192000"/>
              <a:gd name="connsiteY0" fmla="*/ 5803961 h 6858000"/>
              <a:gd name="connsiteX1" fmla="*/ 8571669 w 12192000"/>
              <a:gd name="connsiteY1" fmla="*/ 6626193 h 6858000"/>
              <a:gd name="connsiteX2" fmla="*/ 9775217 w 12192000"/>
              <a:gd name="connsiteY2" fmla="*/ 6626193 h 6858000"/>
              <a:gd name="connsiteX3" fmla="*/ 9775217 w 12192000"/>
              <a:gd name="connsiteY3" fmla="*/ 6184635 h 6858000"/>
              <a:gd name="connsiteX4" fmla="*/ 6936818 w 12192000"/>
              <a:gd name="connsiteY4" fmla="*/ 5803961 h 6858000"/>
              <a:gd name="connsiteX5" fmla="*/ 6113945 w 12192000"/>
              <a:gd name="connsiteY5" fmla="*/ 6626193 h 6858000"/>
              <a:gd name="connsiteX6" fmla="*/ 7317493 w 12192000"/>
              <a:gd name="connsiteY6" fmla="*/ 6626193 h 6858000"/>
              <a:gd name="connsiteX7" fmla="*/ 7317493 w 12192000"/>
              <a:gd name="connsiteY7" fmla="*/ 6184635 h 6858000"/>
              <a:gd name="connsiteX8" fmla="*/ 10171273 w 12192000"/>
              <a:gd name="connsiteY8" fmla="*/ 5803320 h 6858000"/>
              <a:gd name="connsiteX9" fmla="*/ 9790597 w 12192000"/>
              <a:gd name="connsiteY9" fmla="*/ 6183996 h 6858000"/>
              <a:gd name="connsiteX10" fmla="*/ 9790597 w 12192000"/>
              <a:gd name="connsiteY10" fmla="*/ 6625553 h 6858000"/>
              <a:gd name="connsiteX11" fmla="*/ 10994146 w 12192000"/>
              <a:gd name="connsiteY11" fmla="*/ 6625553 h 6858000"/>
              <a:gd name="connsiteX12" fmla="*/ 7713549 w 12192000"/>
              <a:gd name="connsiteY12" fmla="*/ 5803320 h 6858000"/>
              <a:gd name="connsiteX13" fmla="*/ 7332234 w 12192000"/>
              <a:gd name="connsiteY13" fmla="*/ 6183996 h 6858000"/>
              <a:gd name="connsiteX14" fmla="*/ 7332234 w 12192000"/>
              <a:gd name="connsiteY14" fmla="*/ 6625553 h 6858000"/>
              <a:gd name="connsiteX15" fmla="*/ 8535780 w 12192000"/>
              <a:gd name="connsiteY15" fmla="*/ 6625553 h 6858000"/>
              <a:gd name="connsiteX16" fmla="*/ 5255183 w 12192000"/>
              <a:gd name="connsiteY16" fmla="*/ 5803320 h 6858000"/>
              <a:gd name="connsiteX17" fmla="*/ 4874509 w 12192000"/>
              <a:gd name="connsiteY17" fmla="*/ 6183996 h 6858000"/>
              <a:gd name="connsiteX18" fmla="*/ 4874509 w 12192000"/>
              <a:gd name="connsiteY18" fmla="*/ 6625553 h 6858000"/>
              <a:gd name="connsiteX19" fmla="*/ 6078056 w 12192000"/>
              <a:gd name="connsiteY19" fmla="*/ 6625553 h 6858000"/>
              <a:gd name="connsiteX20" fmla="*/ 4478452 w 12192000"/>
              <a:gd name="connsiteY20" fmla="*/ 5803320 h 6858000"/>
              <a:gd name="connsiteX21" fmla="*/ 3655579 w 12192000"/>
              <a:gd name="connsiteY21" fmla="*/ 6626193 h 6858000"/>
              <a:gd name="connsiteX22" fmla="*/ 4859127 w 12192000"/>
              <a:gd name="connsiteY22" fmla="*/ 6626193 h 6858000"/>
              <a:gd name="connsiteX23" fmla="*/ 4859127 w 12192000"/>
              <a:gd name="connsiteY23" fmla="*/ 6184635 h 6858000"/>
              <a:gd name="connsiteX24" fmla="*/ 2797458 w 12192000"/>
              <a:gd name="connsiteY24" fmla="*/ 5803320 h 6858000"/>
              <a:gd name="connsiteX25" fmla="*/ 2416143 w 12192000"/>
              <a:gd name="connsiteY25" fmla="*/ 6183996 h 6858000"/>
              <a:gd name="connsiteX26" fmla="*/ 2416143 w 12192000"/>
              <a:gd name="connsiteY26" fmla="*/ 6625553 h 6858000"/>
              <a:gd name="connsiteX27" fmla="*/ 3619692 w 12192000"/>
              <a:gd name="connsiteY27" fmla="*/ 6625553 h 6858000"/>
              <a:gd name="connsiteX28" fmla="*/ 2020727 w 12192000"/>
              <a:gd name="connsiteY28" fmla="*/ 5803320 h 6858000"/>
              <a:gd name="connsiteX29" fmla="*/ 1197855 w 12192000"/>
              <a:gd name="connsiteY29" fmla="*/ 6626193 h 6858000"/>
              <a:gd name="connsiteX30" fmla="*/ 2401403 w 12192000"/>
              <a:gd name="connsiteY30" fmla="*/ 6626193 h 6858000"/>
              <a:gd name="connsiteX31" fmla="*/ 2401403 w 12192000"/>
              <a:gd name="connsiteY31" fmla="*/ 6184635 h 6858000"/>
              <a:gd name="connsiteX32" fmla="*/ 9782908 w 12192000"/>
              <a:gd name="connsiteY32" fmla="*/ 5414956 h 6858000"/>
              <a:gd name="connsiteX33" fmla="*/ 9404796 w 12192000"/>
              <a:gd name="connsiteY33" fmla="*/ 5793066 h 6858000"/>
              <a:gd name="connsiteX34" fmla="*/ 9782908 w 12192000"/>
              <a:gd name="connsiteY34" fmla="*/ 6171177 h 6858000"/>
              <a:gd name="connsiteX35" fmla="*/ 10161019 w 12192000"/>
              <a:gd name="connsiteY35" fmla="*/ 5793066 h 6858000"/>
              <a:gd name="connsiteX36" fmla="*/ 7325184 w 12192000"/>
              <a:gd name="connsiteY36" fmla="*/ 5414956 h 6858000"/>
              <a:gd name="connsiteX37" fmla="*/ 6947071 w 12192000"/>
              <a:gd name="connsiteY37" fmla="*/ 5793066 h 6858000"/>
              <a:gd name="connsiteX38" fmla="*/ 7325184 w 12192000"/>
              <a:gd name="connsiteY38" fmla="*/ 6171177 h 6858000"/>
              <a:gd name="connsiteX39" fmla="*/ 7703295 w 12192000"/>
              <a:gd name="connsiteY39" fmla="*/ 5793066 h 6858000"/>
              <a:gd name="connsiteX40" fmla="*/ 4867460 w 12192000"/>
              <a:gd name="connsiteY40" fmla="*/ 5414956 h 6858000"/>
              <a:gd name="connsiteX41" fmla="*/ 4489347 w 12192000"/>
              <a:gd name="connsiteY41" fmla="*/ 5793066 h 6858000"/>
              <a:gd name="connsiteX42" fmla="*/ 4867460 w 12192000"/>
              <a:gd name="connsiteY42" fmla="*/ 6171177 h 6858000"/>
              <a:gd name="connsiteX43" fmla="*/ 5245571 w 12192000"/>
              <a:gd name="connsiteY43" fmla="*/ 5793066 h 6858000"/>
              <a:gd name="connsiteX44" fmla="*/ 2409094 w 12192000"/>
              <a:gd name="connsiteY44" fmla="*/ 5414956 h 6858000"/>
              <a:gd name="connsiteX45" fmla="*/ 2030981 w 12192000"/>
              <a:gd name="connsiteY45" fmla="*/ 5793066 h 6858000"/>
              <a:gd name="connsiteX46" fmla="*/ 2409094 w 12192000"/>
              <a:gd name="connsiteY46" fmla="*/ 6171177 h 6858000"/>
              <a:gd name="connsiteX47" fmla="*/ 2787204 w 12192000"/>
              <a:gd name="connsiteY47" fmla="*/ 5793066 h 6858000"/>
              <a:gd name="connsiteX48" fmla="*/ 11011449 w 12192000"/>
              <a:gd name="connsiteY48" fmla="*/ 4963144 h 6858000"/>
              <a:gd name="connsiteX49" fmla="*/ 10181527 w 12192000"/>
              <a:gd name="connsiteY49" fmla="*/ 5793066 h 6858000"/>
              <a:gd name="connsiteX50" fmla="*/ 11011449 w 12192000"/>
              <a:gd name="connsiteY50" fmla="*/ 6622989 h 6858000"/>
              <a:gd name="connsiteX51" fmla="*/ 11841371 w 12192000"/>
              <a:gd name="connsiteY51" fmla="*/ 5793066 h 6858000"/>
              <a:gd name="connsiteX52" fmla="*/ 8553725 w 12192000"/>
              <a:gd name="connsiteY52" fmla="*/ 4963144 h 6858000"/>
              <a:gd name="connsiteX53" fmla="*/ 7723803 w 12192000"/>
              <a:gd name="connsiteY53" fmla="*/ 5793066 h 6858000"/>
              <a:gd name="connsiteX54" fmla="*/ 8553725 w 12192000"/>
              <a:gd name="connsiteY54" fmla="*/ 6622989 h 6858000"/>
              <a:gd name="connsiteX55" fmla="*/ 9383647 w 12192000"/>
              <a:gd name="connsiteY55" fmla="*/ 5793066 h 6858000"/>
              <a:gd name="connsiteX56" fmla="*/ 6096000 w 12192000"/>
              <a:gd name="connsiteY56" fmla="*/ 4962503 h 6858000"/>
              <a:gd name="connsiteX57" fmla="*/ 5266078 w 12192000"/>
              <a:gd name="connsiteY57" fmla="*/ 5793066 h 6858000"/>
              <a:gd name="connsiteX58" fmla="*/ 6096000 w 12192000"/>
              <a:gd name="connsiteY58" fmla="*/ 6622989 h 6858000"/>
              <a:gd name="connsiteX59" fmla="*/ 6925923 w 12192000"/>
              <a:gd name="connsiteY59" fmla="*/ 5793066 h 6858000"/>
              <a:gd name="connsiteX60" fmla="*/ 3638276 w 12192000"/>
              <a:gd name="connsiteY60" fmla="*/ 4962503 h 6858000"/>
              <a:gd name="connsiteX61" fmla="*/ 2807712 w 12192000"/>
              <a:gd name="connsiteY61" fmla="*/ 5793066 h 6858000"/>
              <a:gd name="connsiteX62" fmla="*/ 3637635 w 12192000"/>
              <a:gd name="connsiteY62" fmla="*/ 6622989 h 6858000"/>
              <a:gd name="connsiteX63" fmla="*/ 4468198 w 12192000"/>
              <a:gd name="connsiteY63" fmla="*/ 5793066 h 6858000"/>
              <a:gd name="connsiteX64" fmla="*/ 1179910 w 12192000"/>
              <a:gd name="connsiteY64" fmla="*/ 4962503 h 6858000"/>
              <a:gd name="connsiteX65" fmla="*/ 349988 w 12192000"/>
              <a:gd name="connsiteY65" fmla="*/ 5793066 h 6858000"/>
              <a:gd name="connsiteX66" fmla="*/ 1179910 w 12192000"/>
              <a:gd name="connsiteY66" fmla="*/ 6622989 h 6858000"/>
              <a:gd name="connsiteX67" fmla="*/ 2009834 w 12192000"/>
              <a:gd name="connsiteY67" fmla="*/ 5793066 h 6858000"/>
              <a:gd name="connsiteX68" fmla="*/ 8571669 w 12192000"/>
              <a:gd name="connsiteY68" fmla="*/ 4959940 h 6858000"/>
              <a:gd name="connsiteX69" fmla="*/ 9394542 w 12192000"/>
              <a:gd name="connsiteY69" fmla="*/ 5782171 h 6858000"/>
              <a:gd name="connsiteX70" fmla="*/ 9775217 w 12192000"/>
              <a:gd name="connsiteY70" fmla="*/ 5401498 h 6858000"/>
              <a:gd name="connsiteX71" fmla="*/ 9775217 w 12192000"/>
              <a:gd name="connsiteY71" fmla="*/ 4959940 h 6858000"/>
              <a:gd name="connsiteX72" fmla="*/ 6113945 w 12192000"/>
              <a:gd name="connsiteY72" fmla="*/ 4959940 h 6858000"/>
              <a:gd name="connsiteX73" fmla="*/ 6936818 w 12192000"/>
              <a:gd name="connsiteY73" fmla="*/ 5782171 h 6858000"/>
              <a:gd name="connsiteX74" fmla="*/ 7317493 w 12192000"/>
              <a:gd name="connsiteY74" fmla="*/ 5401498 h 6858000"/>
              <a:gd name="connsiteX75" fmla="*/ 7317493 w 12192000"/>
              <a:gd name="connsiteY75" fmla="*/ 4959940 h 6858000"/>
              <a:gd name="connsiteX76" fmla="*/ 3655579 w 12192000"/>
              <a:gd name="connsiteY76" fmla="*/ 4959940 h 6858000"/>
              <a:gd name="connsiteX77" fmla="*/ 4478452 w 12192000"/>
              <a:gd name="connsiteY77" fmla="*/ 5782171 h 6858000"/>
              <a:gd name="connsiteX78" fmla="*/ 4859127 w 12192000"/>
              <a:gd name="connsiteY78" fmla="*/ 5401498 h 6858000"/>
              <a:gd name="connsiteX79" fmla="*/ 4859127 w 12192000"/>
              <a:gd name="connsiteY79" fmla="*/ 4959940 h 6858000"/>
              <a:gd name="connsiteX80" fmla="*/ 1197855 w 12192000"/>
              <a:gd name="connsiteY80" fmla="*/ 4959940 h 6858000"/>
              <a:gd name="connsiteX81" fmla="*/ 2020727 w 12192000"/>
              <a:gd name="connsiteY81" fmla="*/ 5782171 h 6858000"/>
              <a:gd name="connsiteX82" fmla="*/ 2401403 w 12192000"/>
              <a:gd name="connsiteY82" fmla="*/ 5401498 h 6858000"/>
              <a:gd name="connsiteX83" fmla="*/ 2401403 w 12192000"/>
              <a:gd name="connsiteY83" fmla="*/ 4959940 h 6858000"/>
              <a:gd name="connsiteX84" fmla="*/ 9790597 w 12192000"/>
              <a:gd name="connsiteY84" fmla="*/ 4959299 h 6858000"/>
              <a:gd name="connsiteX85" fmla="*/ 9790597 w 12192000"/>
              <a:gd name="connsiteY85" fmla="*/ 5401498 h 6858000"/>
              <a:gd name="connsiteX86" fmla="*/ 10171273 w 12192000"/>
              <a:gd name="connsiteY86" fmla="*/ 5782171 h 6858000"/>
              <a:gd name="connsiteX87" fmla="*/ 10994146 w 12192000"/>
              <a:gd name="connsiteY87" fmla="*/ 4959299 h 6858000"/>
              <a:gd name="connsiteX88" fmla="*/ 7332234 w 12192000"/>
              <a:gd name="connsiteY88" fmla="*/ 4959299 h 6858000"/>
              <a:gd name="connsiteX89" fmla="*/ 7332234 w 12192000"/>
              <a:gd name="connsiteY89" fmla="*/ 5401498 h 6858000"/>
              <a:gd name="connsiteX90" fmla="*/ 7712907 w 12192000"/>
              <a:gd name="connsiteY90" fmla="*/ 5782171 h 6858000"/>
              <a:gd name="connsiteX91" fmla="*/ 8535780 w 12192000"/>
              <a:gd name="connsiteY91" fmla="*/ 4959299 h 6858000"/>
              <a:gd name="connsiteX92" fmla="*/ 4874509 w 12192000"/>
              <a:gd name="connsiteY92" fmla="*/ 4959299 h 6858000"/>
              <a:gd name="connsiteX93" fmla="*/ 4874509 w 12192000"/>
              <a:gd name="connsiteY93" fmla="*/ 5401498 h 6858000"/>
              <a:gd name="connsiteX94" fmla="*/ 5255183 w 12192000"/>
              <a:gd name="connsiteY94" fmla="*/ 5782171 h 6858000"/>
              <a:gd name="connsiteX95" fmla="*/ 6078056 w 12192000"/>
              <a:gd name="connsiteY95" fmla="*/ 4959299 h 6858000"/>
              <a:gd name="connsiteX96" fmla="*/ 2416143 w 12192000"/>
              <a:gd name="connsiteY96" fmla="*/ 4959299 h 6858000"/>
              <a:gd name="connsiteX97" fmla="*/ 2416143 w 12192000"/>
              <a:gd name="connsiteY97" fmla="*/ 5401498 h 6858000"/>
              <a:gd name="connsiteX98" fmla="*/ 2796817 w 12192000"/>
              <a:gd name="connsiteY98" fmla="*/ 5782171 h 6858000"/>
              <a:gd name="connsiteX99" fmla="*/ 3619692 w 12192000"/>
              <a:gd name="connsiteY99" fmla="*/ 4959299 h 6858000"/>
              <a:gd name="connsiteX100" fmla="*/ 9394542 w 12192000"/>
              <a:gd name="connsiteY100" fmla="*/ 4122327 h 6858000"/>
              <a:gd name="connsiteX101" fmla="*/ 8571669 w 12192000"/>
              <a:gd name="connsiteY101" fmla="*/ 4944558 h 6858000"/>
              <a:gd name="connsiteX102" fmla="*/ 9775217 w 12192000"/>
              <a:gd name="connsiteY102" fmla="*/ 4944558 h 6858000"/>
              <a:gd name="connsiteX103" fmla="*/ 9775217 w 12192000"/>
              <a:gd name="connsiteY103" fmla="*/ 4503001 h 6858000"/>
              <a:gd name="connsiteX104" fmla="*/ 6936818 w 12192000"/>
              <a:gd name="connsiteY104" fmla="*/ 4122327 h 6858000"/>
              <a:gd name="connsiteX105" fmla="*/ 6113945 w 12192000"/>
              <a:gd name="connsiteY105" fmla="*/ 4944558 h 6858000"/>
              <a:gd name="connsiteX106" fmla="*/ 7317493 w 12192000"/>
              <a:gd name="connsiteY106" fmla="*/ 4944558 h 6858000"/>
              <a:gd name="connsiteX107" fmla="*/ 7317493 w 12192000"/>
              <a:gd name="connsiteY107" fmla="*/ 4503001 h 6858000"/>
              <a:gd name="connsiteX108" fmla="*/ 4478452 w 12192000"/>
              <a:gd name="connsiteY108" fmla="*/ 4122327 h 6858000"/>
              <a:gd name="connsiteX109" fmla="*/ 3655579 w 12192000"/>
              <a:gd name="connsiteY109" fmla="*/ 4944558 h 6858000"/>
              <a:gd name="connsiteX110" fmla="*/ 4859127 w 12192000"/>
              <a:gd name="connsiteY110" fmla="*/ 4944558 h 6858000"/>
              <a:gd name="connsiteX111" fmla="*/ 4859127 w 12192000"/>
              <a:gd name="connsiteY111" fmla="*/ 4503001 h 6858000"/>
              <a:gd name="connsiteX112" fmla="*/ 2020727 w 12192000"/>
              <a:gd name="connsiteY112" fmla="*/ 4122327 h 6858000"/>
              <a:gd name="connsiteX113" fmla="*/ 1197855 w 12192000"/>
              <a:gd name="connsiteY113" fmla="*/ 4944558 h 6858000"/>
              <a:gd name="connsiteX114" fmla="*/ 2401403 w 12192000"/>
              <a:gd name="connsiteY114" fmla="*/ 4944558 h 6858000"/>
              <a:gd name="connsiteX115" fmla="*/ 2401403 w 12192000"/>
              <a:gd name="connsiteY115" fmla="*/ 4503001 h 6858000"/>
              <a:gd name="connsiteX116" fmla="*/ 10171273 w 12192000"/>
              <a:gd name="connsiteY116" fmla="*/ 4121686 h 6858000"/>
              <a:gd name="connsiteX117" fmla="*/ 9790597 w 12192000"/>
              <a:gd name="connsiteY117" fmla="*/ 4503001 h 6858000"/>
              <a:gd name="connsiteX118" fmla="*/ 9790597 w 12192000"/>
              <a:gd name="connsiteY118" fmla="*/ 4944558 h 6858000"/>
              <a:gd name="connsiteX119" fmla="*/ 10994146 w 12192000"/>
              <a:gd name="connsiteY119" fmla="*/ 4944558 h 6858000"/>
              <a:gd name="connsiteX120" fmla="*/ 7712907 w 12192000"/>
              <a:gd name="connsiteY120" fmla="*/ 4121686 h 6858000"/>
              <a:gd name="connsiteX121" fmla="*/ 7332234 w 12192000"/>
              <a:gd name="connsiteY121" fmla="*/ 4503001 h 6858000"/>
              <a:gd name="connsiteX122" fmla="*/ 7332234 w 12192000"/>
              <a:gd name="connsiteY122" fmla="*/ 4944558 h 6858000"/>
              <a:gd name="connsiteX123" fmla="*/ 8535780 w 12192000"/>
              <a:gd name="connsiteY123" fmla="*/ 4944558 h 6858000"/>
              <a:gd name="connsiteX124" fmla="*/ 5255183 w 12192000"/>
              <a:gd name="connsiteY124" fmla="*/ 4121686 h 6858000"/>
              <a:gd name="connsiteX125" fmla="*/ 4874509 w 12192000"/>
              <a:gd name="connsiteY125" fmla="*/ 4503001 h 6858000"/>
              <a:gd name="connsiteX126" fmla="*/ 4874509 w 12192000"/>
              <a:gd name="connsiteY126" fmla="*/ 4944558 h 6858000"/>
              <a:gd name="connsiteX127" fmla="*/ 6078056 w 12192000"/>
              <a:gd name="connsiteY127" fmla="*/ 4944558 h 6858000"/>
              <a:gd name="connsiteX128" fmla="*/ 2797458 w 12192000"/>
              <a:gd name="connsiteY128" fmla="*/ 4121686 h 6858000"/>
              <a:gd name="connsiteX129" fmla="*/ 2416143 w 12192000"/>
              <a:gd name="connsiteY129" fmla="*/ 4503001 h 6858000"/>
              <a:gd name="connsiteX130" fmla="*/ 2416143 w 12192000"/>
              <a:gd name="connsiteY130" fmla="*/ 4944558 h 6858000"/>
              <a:gd name="connsiteX131" fmla="*/ 3619692 w 12192000"/>
              <a:gd name="connsiteY131" fmla="*/ 4944558 h 6858000"/>
              <a:gd name="connsiteX132" fmla="*/ 9782908 w 12192000"/>
              <a:gd name="connsiteY132" fmla="*/ 3733321 h 6858000"/>
              <a:gd name="connsiteX133" fmla="*/ 9404796 w 12192000"/>
              <a:gd name="connsiteY133" fmla="*/ 4111432 h 6858000"/>
              <a:gd name="connsiteX134" fmla="*/ 9782908 w 12192000"/>
              <a:gd name="connsiteY134" fmla="*/ 4489543 h 6858000"/>
              <a:gd name="connsiteX135" fmla="*/ 10161019 w 12192000"/>
              <a:gd name="connsiteY135" fmla="*/ 4111432 h 6858000"/>
              <a:gd name="connsiteX136" fmla="*/ 7325184 w 12192000"/>
              <a:gd name="connsiteY136" fmla="*/ 3733321 h 6858000"/>
              <a:gd name="connsiteX137" fmla="*/ 6947071 w 12192000"/>
              <a:gd name="connsiteY137" fmla="*/ 4111432 h 6858000"/>
              <a:gd name="connsiteX138" fmla="*/ 7325184 w 12192000"/>
              <a:gd name="connsiteY138" fmla="*/ 4489543 h 6858000"/>
              <a:gd name="connsiteX139" fmla="*/ 7703295 w 12192000"/>
              <a:gd name="connsiteY139" fmla="*/ 4111432 h 6858000"/>
              <a:gd name="connsiteX140" fmla="*/ 4867460 w 12192000"/>
              <a:gd name="connsiteY140" fmla="*/ 3733321 h 6858000"/>
              <a:gd name="connsiteX141" fmla="*/ 4489347 w 12192000"/>
              <a:gd name="connsiteY141" fmla="*/ 4111432 h 6858000"/>
              <a:gd name="connsiteX142" fmla="*/ 4867460 w 12192000"/>
              <a:gd name="connsiteY142" fmla="*/ 4489543 h 6858000"/>
              <a:gd name="connsiteX143" fmla="*/ 5245571 w 12192000"/>
              <a:gd name="connsiteY143" fmla="*/ 4111432 h 6858000"/>
              <a:gd name="connsiteX144" fmla="*/ 2409094 w 12192000"/>
              <a:gd name="connsiteY144" fmla="*/ 3733321 h 6858000"/>
              <a:gd name="connsiteX145" fmla="*/ 2030981 w 12192000"/>
              <a:gd name="connsiteY145" fmla="*/ 4111432 h 6858000"/>
              <a:gd name="connsiteX146" fmla="*/ 2409094 w 12192000"/>
              <a:gd name="connsiteY146" fmla="*/ 4489543 h 6858000"/>
              <a:gd name="connsiteX147" fmla="*/ 2787204 w 12192000"/>
              <a:gd name="connsiteY147" fmla="*/ 4111432 h 6858000"/>
              <a:gd name="connsiteX148" fmla="*/ 11012090 w 12192000"/>
              <a:gd name="connsiteY148" fmla="*/ 3281510 h 6858000"/>
              <a:gd name="connsiteX149" fmla="*/ 10181527 w 12192000"/>
              <a:gd name="connsiteY149" fmla="*/ 4111432 h 6858000"/>
              <a:gd name="connsiteX150" fmla="*/ 11011449 w 12192000"/>
              <a:gd name="connsiteY150" fmla="*/ 4941354 h 6858000"/>
              <a:gd name="connsiteX151" fmla="*/ 11842013 w 12192000"/>
              <a:gd name="connsiteY151" fmla="*/ 4111432 h 6858000"/>
              <a:gd name="connsiteX152" fmla="*/ 8554366 w 12192000"/>
              <a:gd name="connsiteY152" fmla="*/ 3281510 h 6858000"/>
              <a:gd name="connsiteX153" fmla="*/ 7723803 w 12192000"/>
              <a:gd name="connsiteY153" fmla="*/ 4111432 h 6858000"/>
              <a:gd name="connsiteX154" fmla="*/ 8553725 w 12192000"/>
              <a:gd name="connsiteY154" fmla="*/ 4941354 h 6858000"/>
              <a:gd name="connsiteX155" fmla="*/ 9384288 w 12192000"/>
              <a:gd name="connsiteY155" fmla="*/ 4111432 h 6858000"/>
              <a:gd name="connsiteX156" fmla="*/ 6096000 w 12192000"/>
              <a:gd name="connsiteY156" fmla="*/ 3281510 h 6858000"/>
              <a:gd name="connsiteX157" fmla="*/ 5266078 w 12192000"/>
              <a:gd name="connsiteY157" fmla="*/ 4111432 h 6858000"/>
              <a:gd name="connsiteX158" fmla="*/ 6096000 w 12192000"/>
              <a:gd name="connsiteY158" fmla="*/ 4941995 h 6858000"/>
              <a:gd name="connsiteX159" fmla="*/ 6925923 w 12192000"/>
              <a:gd name="connsiteY159" fmla="*/ 4111432 h 6858000"/>
              <a:gd name="connsiteX160" fmla="*/ 3638276 w 12192000"/>
              <a:gd name="connsiteY160" fmla="*/ 3281510 h 6858000"/>
              <a:gd name="connsiteX161" fmla="*/ 2807712 w 12192000"/>
              <a:gd name="connsiteY161" fmla="*/ 4111432 h 6858000"/>
              <a:gd name="connsiteX162" fmla="*/ 3637635 w 12192000"/>
              <a:gd name="connsiteY162" fmla="*/ 4941354 h 6858000"/>
              <a:gd name="connsiteX163" fmla="*/ 4468198 w 12192000"/>
              <a:gd name="connsiteY163" fmla="*/ 4111432 h 6858000"/>
              <a:gd name="connsiteX164" fmla="*/ 1179910 w 12192000"/>
              <a:gd name="connsiteY164" fmla="*/ 3281510 h 6858000"/>
              <a:gd name="connsiteX165" fmla="*/ 349988 w 12192000"/>
              <a:gd name="connsiteY165" fmla="*/ 4111432 h 6858000"/>
              <a:gd name="connsiteX166" fmla="*/ 1179910 w 12192000"/>
              <a:gd name="connsiteY166" fmla="*/ 4941354 h 6858000"/>
              <a:gd name="connsiteX167" fmla="*/ 2010473 w 12192000"/>
              <a:gd name="connsiteY167" fmla="*/ 4111432 h 6858000"/>
              <a:gd name="connsiteX168" fmla="*/ 9790597 w 12192000"/>
              <a:gd name="connsiteY168" fmla="*/ 3278306 h 6858000"/>
              <a:gd name="connsiteX169" fmla="*/ 9790597 w 12192000"/>
              <a:gd name="connsiteY169" fmla="*/ 3719863 h 6858000"/>
              <a:gd name="connsiteX170" fmla="*/ 10171273 w 12192000"/>
              <a:gd name="connsiteY170" fmla="*/ 4100537 h 6858000"/>
              <a:gd name="connsiteX171" fmla="*/ 10994146 w 12192000"/>
              <a:gd name="connsiteY171" fmla="*/ 3278306 h 6858000"/>
              <a:gd name="connsiteX172" fmla="*/ 8571669 w 12192000"/>
              <a:gd name="connsiteY172" fmla="*/ 3278306 h 6858000"/>
              <a:gd name="connsiteX173" fmla="*/ 9394542 w 12192000"/>
              <a:gd name="connsiteY173" fmla="*/ 4101178 h 6858000"/>
              <a:gd name="connsiteX174" fmla="*/ 9775217 w 12192000"/>
              <a:gd name="connsiteY174" fmla="*/ 3720504 h 6858000"/>
              <a:gd name="connsiteX175" fmla="*/ 9775217 w 12192000"/>
              <a:gd name="connsiteY175" fmla="*/ 3278306 h 6858000"/>
              <a:gd name="connsiteX176" fmla="*/ 7332873 w 12192000"/>
              <a:gd name="connsiteY176" fmla="*/ 3278306 h 6858000"/>
              <a:gd name="connsiteX177" fmla="*/ 7332873 w 12192000"/>
              <a:gd name="connsiteY177" fmla="*/ 3719863 h 6858000"/>
              <a:gd name="connsiteX178" fmla="*/ 7332234 w 12192000"/>
              <a:gd name="connsiteY178" fmla="*/ 3719863 h 6858000"/>
              <a:gd name="connsiteX179" fmla="*/ 7712907 w 12192000"/>
              <a:gd name="connsiteY179" fmla="*/ 4100537 h 6858000"/>
              <a:gd name="connsiteX180" fmla="*/ 8536421 w 12192000"/>
              <a:gd name="connsiteY180" fmla="*/ 3278306 h 6858000"/>
              <a:gd name="connsiteX181" fmla="*/ 6113945 w 12192000"/>
              <a:gd name="connsiteY181" fmla="*/ 3278306 h 6858000"/>
              <a:gd name="connsiteX182" fmla="*/ 6936818 w 12192000"/>
              <a:gd name="connsiteY182" fmla="*/ 4101178 h 6858000"/>
              <a:gd name="connsiteX183" fmla="*/ 7317493 w 12192000"/>
              <a:gd name="connsiteY183" fmla="*/ 3720504 h 6858000"/>
              <a:gd name="connsiteX184" fmla="*/ 7317493 w 12192000"/>
              <a:gd name="connsiteY184" fmla="*/ 3278306 h 6858000"/>
              <a:gd name="connsiteX185" fmla="*/ 4874509 w 12192000"/>
              <a:gd name="connsiteY185" fmla="*/ 3278306 h 6858000"/>
              <a:gd name="connsiteX186" fmla="*/ 4874509 w 12192000"/>
              <a:gd name="connsiteY186" fmla="*/ 3719863 h 6858000"/>
              <a:gd name="connsiteX187" fmla="*/ 5255183 w 12192000"/>
              <a:gd name="connsiteY187" fmla="*/ 4100537 h 6858000"/>
              <a:gd name="connsiteX188" fmla="*/ 6078056 w 12192000"/>
              <a:gd name="connsiteY188" fmla="*/ 3278306 h 6858000"/>
              <a:gd name="connsiteX189" fmla="*/ 3655579 w 12192000"/>
              <a:gd name="connsiteY189" fmla="*/ 3278306 h 6858000"/>
              <a:gd name="connsiteX190" fmla="*/ 4478452 w 12192000"/>
              <a:gd name="connsiteY190" fmla="*/ 4101178 h 6858000"/>
              <a:gd name="connsiteX191" fmla="*/ 4859127 w 12192000"/>
              <a:gd name="connsiteY191" fmla="*/ 3720504 h 6858000"/>
              <a:gd name="connsiteX192" fmla="*/ 4859127 w 12192000"/>
              <a:gd name="connsiteY192" fmla="*/ 3278306 h 6858000"/>
              <a:gd name="connsiteX193" fmla="*/ 2416143 w 12192000"/>
              <a:gd name="connsiteY193" fmla="*/ 3278306 h 6858000"/>
              <a:gd name="connsiteX194" fmla="*/ 2416143 w 12192000"/>
              <a:gd name="connsiteY194" fmla="*/ 3719863 h 6858000"/>
              <a:gd name="connsiteX195" fmla="*/ 2796817 w 12192000"/>
              <a:gd name="connsiteY195" fmla="*/ 4100537 h 6858000"/>
              <a:gd name="connsiteX196" fmla="*/ 3620331 w 12192000"/>
              <a:gd name="connsiteY196" fmla="*/ 3278306 h 6858000"/>
              <a:gd name="connsiteX197" fmla="*/ 1197855 w 12192000"/>
              <a:gd name="connsiteY197" fmla="*/ 3278306 h 6858000"/>
              <a:gd name="connsiteX198" fmla="*/ 2020727 w 12192000"/>
              <a:gd name="connsiteY198" fmla="*/ 4101178 h 6858000"/>
              <a:gd name="connsiteX199" fmla="*/ 2401403 w 12192000"/>
              <a:gd name="connsiteY199" fmla="*/ 3720504 h 6858000"/>
              <a:gd name="connsiteX200" fmla="*/ 2401403 w 12192000"/>
              <a:gd name="connsiteY200" fmla="*/ 3278306 h 6858000"/>
              <a:gd name="connsiteX201" fmla="*/ 9394542 w 12192000"/>
              <a:gd name="connsiteY201" fmla="*/ 2441334 h 6858000"/>
              <a:gd name="connsiteX202" fmla="*/ 8571669 w 12192000"/>
              <a:gd name="connsiteY202" fmla="*/ 3263565 h 6858000"/>
              <a:gd name="connsiteX203" fmla="*/ 9775217 w 12192000"/>
              <a:gd name="connsiteY203" fmla="*/ 3263565 h 6858000"/>
              <a:gd name="connsiteX204" fmla="*/ 9775217 w 12192000"/>
              <a:gd name="connsiteY204" fmla="*/ 2822008 h 6858000"/>
              <a:gd name="connsiteX205" fmla="*/ 6936818 w 12192000"/>
              <a:gd name="connsiteY205" fmla="*/ 2441334 h 6858000"/>
              <a:gd name="connsiteX206" fmla="*/ 6113945 w 12192000"/>
              <a:gd name="connsiteY206" fmla="*/ 3263565 h 6858000"/>
              <a:gd name="connsiteX207" fmla="*/ 7317493 w 12192000"/>
              <a:gd name="connsiteY207" fmla="*/ 3263565 h 6858000"/>
              <a:gd name="connsiteX208" fmla="*/ 7317493 w 12192000"/>
              <a:gd name="connsiteY208" fmla="*/ 2822008 h 6858000"/>
              <a:gd name="connsiteX209" fmla="*/ 4478452 w 12192000"/>
              <a:gd name="connsiteY209" fmla="*/ 2441334 h 6858000"/>
              <a:gd name="connsiteX210" fmla="*/ 3655579 w 12192000"/>
              <a:gd name="connsiteY210" fmla="*/ 3263565 h 6858000"/>
              <a:gd name="connsiteX211" fmla="*/ 4859127 w 12192000"/>
              <a:gd name="connsiteY211" fmla="*/ 3263565 h 6858000"/>
              <a:gd name="connsiteX212" fmla="*/ 4859127 w 12192000"/>
              <a:gd name="connsiteY212" fmla="*/ 2822008 h 6858000"/>
              <a:gd name="connsiteX213" fmla="*/ 2020727 w 12192000"/>
              <a:gd name="connsiteY213" fmla="*/ 2441334 h 6858000"/>
              <a:gd name="connsiteX214" fmla="*/ 1197855 w 12192000"/>
              <a:gd name="connsiteY214" fmla="*/ 3263565 h 6858000"/>
              <a:gd name="connsiteX215" fmla="*/ 2401403 w 12192000"/>
              <a:gd name="connsiteY215" fmla="*/ 3263565 h 6858000"/>
              <a:gd name="connsiteX216" fmla="*/ 2401403 w 12192000"/>
              <a:gd name="connsiteY216" fmla="*/ 2822008 h 6858000"/>
              <a:gd name="connsiteX217" fmla="*/ 5255183 w 12192000"/>
              <a:gd name="connsiteY217" fmla="*/ 2440693 h 6858000"/>
              <a:gd name="connsiteX218" fmla="*/ 4874509 w 12192000"/>
              <a:gd name="connsiteY218" fmla="*/ 2821368 h 6858000"/>
              <a:gd name="connsiteX219" fmla="*/ 4874509 w 12192000"/>
              <a:gd name="connsiteY219" fmla="*/ 3262924 h 6858000"/>
              <a:gd name="connsiteX220" fmla="*/ 6078056 w 12192000"/>
              <a:gd name="connsiteY220" fmla="*/ 3262924 h 6858000"/>
              <a:gd name="connsiteX221" fmla="*/ 2797458 w 12192000"/>
              <a:gd name="connsiteY221" fmla="*/ 2440693 h 6858000"/>
              <a:gd name="connsiteX222" fmla="*/ 2416143 w 12192000"/>
              <a:gd name="connsiteY222" fmla="*/ 2821368 h 6858000"/>
              <a:gd name="connsiteX223" fmla="*/ 2416143 w 12192000"/>
              <a:gd name="connsiteY223" fmla="*/ 3262924 h 6858000"/>
              <a:gd name="connsiteX224" fmla="*/ 3619692 w 12192000"/>
              <a:gd name="connsiteY224" fmla="*/ 3262924 h 6858000"/>
              <a:gd name="connsiteX225" fmla="*/ 10171273 w 12192000"/>
              <a:gd name="connsiteY225" fmla="*/ 2440052 h 6858000"/>
              <a:gd name="connsiteX226" fmla="*/ 9790597 w 12192000"/>
              <a:gd name="connsiteY226" fmla="*/ 2821368 h 6858000"/>
              <a:gd name="connsiteX227" fmla="*/ 9790597 w 12192000"/>
              <a:gd name="connsiteY227" fmla="*/ 3262924 h 6858000"/>
              <a:gd name="connsiteX228" fmla="*/ 10994146 w 12192000"/>
              <a:gd name="connsiteY228" fmla="*/ 3262924 h 6858000"/>
              <a:gd name="connsiteX229" fmla="*/ 7712907 w 12192000"/>
              <a:gd name="connsiteY229" fmla="*/ 2440052 h 6858000"/>
              <a:gd name="connsiteX230" fmla="*/ 7332234 w 12192000"/>
              <a:gd name="connsiteY230" fmla="*/ 2821368 h 6858000"/>
              <a:gd name="connsiteX231" fmla="*/ 7332234 w 12192000"/>
              <a:gd name="connsiteY231" fmla="*/ 3262924 h 6858000"/>
              <a:gd name="connsiteX232" fmla="*/ 8535780 w 12192000"/>
              <a:gd name="connsiteY232" fmla="*/ 3262924 h 6858000"/>
              <a:gd name="connsiteX233" fmla="*/ 9782908 w 12192000"/>
              <a:gd name="connsiteY233" fmla="*/ 2052328 h 6858000"/>
              <a:gd name="connsiteX234" fmla="*/ 9404796 w 12192000"/>
              <a:gd name="connsiteY234" fmla="*/ 2430439 h 6858000"/>
              <a:gd name="connsiteX235" fmla="*/ 9782908 w 12192000"/>
              <a:gd name="connsiteY235" fmla="*/ 2808550 h 6858000"/>
              <a:gd name="connsiteX236" fmla="*/ 10161019 w 12192000"/>
              <a:gd name="connsiteY236" fmla="*/ 2430439 h 6858000"/>
              <a:gd name="connsiteX237" fmla="*/ 7325184 w 12192000"/>
              <a:gd name="connsiteY237" fmla="*/ 2052328 h 6858000"/>
              <a:gd name="connsiteX238" fmla="*/ 6947071 w 12192000"/>
              <a:gd name="connsiteY238" fmla="*/ 2430439 h 6858000"/>
              <a:gd name="connsiteX239" fmla="*/ 7325184 w 12192000"/>
              <a:gd name="connsiteY239" fmla="*/ 2808550 h 6858000"/>
              <a:gd name="connsiteX240" fmla="*/ 7703295 w 12192000"/>
              <a:gd name="connsiteY240" fmla="*/ 2430439 h 6858000"/>
              <a:gd name="connsiteX241" fmla="*/ 4867460 w 12192000"/>
              <a:gd name="connsiteY241" fmla="*/ 2052328 h 6858000"/>
              <a:gd name="connsiteX242" fmla="*/ 4489347 w 12192000"/>
              <a:gd name="connsiteY242" fmla="*/ 2430439 h 6858000"/>
              <a:gd name="connsiteX243" fmla="*/ 4867460 w 12192000"/>
              <a:gd name="connsiteY243" fmla="*/ 2808550 h 6858000"/>
              <a:gd name="connsiteX244" fmla="*/ 5245571 w 12192000"/>
              <a:gd name="connsiteY244" fmla="*/ 2430439 h 6858000"/>
              <a:gd name="connsiteX245" fmla="*/ 2409094 w 12192000"/>
              <a:gd name="connsiteY245" fmla="*/ 2052328 h 6858000"/>
              <a:gd name="connsiteX246" fmla="*/ 2030981 w 12192000"/>
              <a:gd name="connsiteY246" fmla="*/ 2430439 h 6858000"/>
              <a:gd name="connsiteX247" fmla="*/ 2409094 w 12192000"/>
              <a:gd name="connsiteY247" fmla="*/ 2808550 h 6858000"/>
              <a:gd name="connsiteX248" fmla="*/ 2787204 w 12192000"/>
              <a:gd name="connsiteY248" fmla="*/ 2430439 h 6858000"/>
              <a:gd name="connsiteX249" fmla="*/ 11011449 w 12192000"/>
              <a:gd name="connsiteY249" fmla="*/ 1600517 h 6858000"/>
              <a:gd name="connsiteX250" fmla="*/ 10181527 w 12192000"/>
              <a:gd name="connsiteY250" fmla="*/ 2430439 h 6858000"/>
              <a:gd name="connsiteX251" fmla="*/ 11011449 w 12192000"/>
              <a:gd name="connsiteY251" fmla="*/ 3260361 h 6858000"/>
              <a:gd name="connsiteX252" fmla="*/ 11841371 w 12192000"/>
              <a:gd name="connsiteY252" fmla="*/ 2430439 h 6858000"/>
              <a:gd name="connsiteX253" fmla="*/ 8553725 w 12192000"/>
              <a:gd name="connsiteY253" fmla="*/ 1600517 h 6858000"/>
              <a:gd name="connsiteX254" fmla="*/ 7723803 w 12192000"/>
              <a:gd name="connsiteY254" fmla="*/ 2430439 h 6858000"/>
              <a:gd name="connsiteX255" fmla="*/ 8553725 w 12192000"/>
              <a:gd name="connsiteY255" fmla="*/ 3260361 h 6858000"/>
              <a:gd name="connsiteX256" fmla="*/ 9383647 w 12192000"/>
              <a:gd name="connsiteY256" fmla="*/ 2430439 h 6858000"/>
              <a:gd name="connsiteX257" fmla="*/ 6096000 w 12192000"/>
              <a:gd name="connsiteY257" fmla="*/ 1599875 h 6858000"/>
              <a:gd name="connsiteX258" fmla="*/ 5266078 w 12192000"/>
              <a:gd name="connsiteY258" fmla="*/ 2430439 h 6858000"/>
              <a:gd name="connsiteX259" fmla="*/ 6096000 w 12192000"/>
              <a:gd name="connsiteY259" fmla="*/ 3260361 h 6858000"/>
              <a:gd name="connsiteX260" fmla="*/ 6925923 w 12192000"/>
              <a:gd name="connsiteY260" fmla="*/ 2430439 h 6858000"/>
              <a:gd name="connsiteX261" fmla="*/ 3638276 w 12192000"/>
              <a:gd name="connsiteY261" fmla="*/ 1599875 h 6858000"/>
              <a:gd name="connsiteX262" fmla="*/ 2807712 w 12192000"/>
              <a:gd name="connsiteY262" fmla="*/ 2430439 h 6858000"/>
              <a:gd name="connsiteX263" fmla="*/ 3637635 w 12192000"/>
              <a:gd name="connsiteY263" fmla="*/ 3260361 h 6858000"/>
              <a:gd name="connsiteX264" fmla="*/ 4468198 w 12192000"/>
              <a:gd name="connsiteY264" fmla="*/ 2430439 h 6858000"/>
              <a:gd name="connsiteX265" fmla="*/ 1179910 w 12192000"/>
              <a:gd name="connsiteY265" fmla="*/ 1599875 h 6858000"/>
              <a:gd name="connsiteX266" fmla="*/ 349988 w 12192000"/>
              <a:gd name="connsiteY266" fmla="*/ 2430439 h 6858000"/>
              <a:gd name="connsiteX267" fmla="*/ 1179910 w 12192000"/>
              <a:gd name="connsiteY267" fmla="*/ 3260361 h 6858000"/>
              <a:gd name="connsiteX268" fmla="*/ 2009834 w 12192000"/>
              <a:gd name="connsiteY268" fmla="*/ 2430439 h 6858000"/>
              <a:gd name="connsiteX269" fmla="*/ 8571669 w 12192000"/>
              <a:gd name="connsiteY269" fmla="*/ 1597312 h 6858000"/>
              <a:gd name="connsiteX270" fmla="*/ 9394542 w 12192000"/>
              <a:gd name="connsiteY270" fmla="*/ 2419544 h 6858000"/>
              <a:gd name="connsiteX271" fmla="*/ 9775217 w 12192000"/>
              <a:gd name="connsiteY271" fmla="*/ 2038870 h 6858000"/>
              <a:gd name="connsiteX272" fmla="*/ 9775217 w 12192000"/>
              <a:gd name="connsiteY272" fmla="*/ 1597312 h 6858000"/>
              <a:gd name="connsiteX273" fmla="*/ 6113945 w 12192000"/>
              <a:gd name="connsiteY273" fmla="*/ 1597312 h 6858000"/>
              <a:gd name="connsiteX274" fmla="*/ 6936818 w 12192000"/>
              <a:gd name="connsiteY274" fmla="*/ 2419544 h 6858000"/>
              <a:gd name="connsiteX275" fmla="*/ 7317493 w 12192000"/>
              <a:gd name="connsiteY275" fmla="*/ 2038870 h 6858000"/>
              <a:gd name="connsiteX276" fmla="*/ 7317493 w 12192000"/>
              <a:gd name="connsiteY276" fmla="*/ 1597312 h 6858000"/>
              <a:gd name="connsiteX277" fmla="*/ 3655579 w 12192000"/>
              <a:gd name="connsiteY277" fmla="*/ 1597312 h 6858000"/>
              <a:gd name="connsiteX278" fmla="*/ 4478452 w 12192000"/>
              <a:gd name="connsiteY278" fmla="*/ 2419544 h 6858000"/>
              <a:gd name="connsiteX279" fmla="*/ 4859127 w 12192000"/>
              <a:gd name="connsiteY279" fmla="*/ 2038870 h 6858000"/>
              <a:gd name="connsiteX280" fmla="*/ 4859127 w 12192000"/>
              <a:gd name="connsiteY280" fmla="*/ 1597312 h 6858000"/>
              <a:gd name="connsiteX281" fmla="*/ 1197855 w 12192000"/>
              <a:gd name="connsiteY281" fmla="*/ 1597312 h 6858000"/>
              <a:gd name="connsiteX282" fmla="*/ 2020727 w 12192000"/>
              <a:gd name="connsiteY282" fmla="*/ 2419544 h 6858000"/>
              <a:gd name="connsiteX283" fmla="*/ 2401403 w 12192000"/>
              <a:gd name="connsiteY283" fmla="*/ 2038870 h 6858000"/>
              <a:gd name="connsiteX284" fmla="*/ 2401403 w 12192000"/>
              <a:gd name="connsiteY284" fmla="*/ 1597312 h 6858000"/>
              <a:gd name="connsiteX285" fmla="*/ 9790597 w 12192000"/>
              <a:gd name="connsiteY285" fmla="*/ 1596671 h 6858000"/>
              <a:gd name="connsiteX286" fmla="*/ 9790597 w 12192000"/>
              <a:gd name="connsiteY286" fmla="*/ 2038870 h 6858000"/>
              <a:gd name="connsiteX287" fmla="*/ 10171273 w 12192000"/>
              <a:gd name="connsiteY287" fmla="*/ 2419544 h 6858000"/>
              <a:gd name="connsiteX288" fmla="*/ 10994146 w 12192000"/>
              <a:gd name="connsiteY288" fmla="*/ 1596671 h 6858000"/>
              <a:gd name="connsiteX289" fmla="*/ 7332234 w 12192000"/>
              <a:gd name="connsiteY289" fmla="*/ 1596671 h 6858000"/>
              <a:gd name="connsiteX290" fmla="*/ 7332234 w 12192000"/>
              <a:gd name="connsiteY290" fmla="*/ 2038870 h 6858000"/>
              <a:gd name="connsiteX291" fmla="*/ 7712907 w 12192000"/>
              <a:gd name="connsiteY291" fmla="*/ 2419544 h 6858000"/>
              <a:gd name="connsiteX292" fmla="*/ 8535780 w 12192000"/>
              <a:gd name="connsiteY292" fmla="*/ 1596671 h 6858000"/>
              <a:gd name="connsiteX293" fmla="*/ 4874509 w 12192000"/>
              <a:gd name="connsiteY293" fmla="*/ 1596671 h 6858000"/>
              <a:gd name="connsiteX294" fmla="*/ 4874509 w 12192000"/>
              <a:gd name="connsiteY294" fmla="*/ 2038870 h 6858000"/>
              <a:gd name="connsiteX295" fmla="*/ 5255183 w 12192000"/>
              <a:gd name="connsiteY295" fmla="*/ 2419544 h 6858000"/>
              <a:gd name="connsiteX296" fmla="*/ 6078056 w 12192000"/>
              <a:gd name="connsiteY296" fmla="*/ 1596671 h 6858000"/>
              <a:gd name="connsiteX297" fmla="*/ 2416143 w 12192000"/>
              <a:gd name="connsiteY297" fmla="*/ 1596671 h 6858000"/>
              <a:gd name="connsiteX298" fmla="*/ 2416143 w 12192000"/>
              <a:gd name="connsiteY298" fmla="*/ 2038870 h 6858000"/>
              <a:gd name="connsiteX299" fmla="*/ 2796817 w 12192000"/>
              <a:gd name="connsiteY299" fmla="*/ 2419544 h 6858000"/>
              <a:gd name="connsiteX300" fmla="*/ 3619692 w 12192000"/>
              <a:gd name="connsiteY300" fmla="*/ 1596671 h 6858000"/>
              <a:gd name="connsiteX301" fmla="*/ 9394542 w 12192000"/>
              <a:gd name="connsiteY301" fmla="*/ 759699 h 6858000"/>
              <a:gd name="connsiteX302" fmla="*/ 8571669 w 12192000"/>
              <a:gd name="connsiteY302" fmla="*/ 1581931 h 6858000"/>
              <a:gd name="connsiteX303" fmla="*/ 9775217 w 12192000"/>
              <a:gd name="connsiteY303" fmla="*/ 1581931 h 6858000"/>
              <a:gd name="connsiteX304" fmla="*/ 9775217 w 12192000"/>
              <a:gd name="connsiteY304" fmla="*/ 1140373 h 6858000"/>
              <a:gd name="connsiteX305" fmla="*/ 6936818 w 12192000"/>
              <a:gd name="connsiteY305" fmla="*/ 759699 h 6858000"/>
              <a:gd name="connsiteX306" fmla="*/ 6113945 w 12192000"/>
              <a:gd name="connsiteY306" fmla="*/ 1581931 h 6858000"/>
              <a:gd name="connsiteX307" fmla="*/ 7317493 w 12192000"/>
              <a:gd name="connsiteY307" fmla="*/ 1581931 h 6858000"/>
              <a:gd name="connsiteX308" fmla="*/ 7317493 w 12192000"/>
              <a:gd name="connsiteY308" fmla="*/ 1140373 h 6858000"/>
              <a:gd name="connsiteX309" fmla="*/ 4478452 w 12192000"/>
              <a:gd name="connsiteY309" fmla="*/ 759699 h 6858000"/>
              <a:gd name="connsiteX310" fmla="*/ 3655579 w 12192000"/>
              <a:gd name="connsiteY310" fmla="*/ 1581931 h 6858000"/>
              <a:gd name="connsiteX311" fmla="*/ 4859127 w 12192000"/>
              <a:gd name="connsiteY311" fmla="*/ 1581931 h 6858000"/>
              <a:gd name="connsiteX312" fmla="*/ 4859127 w 12192000"/>
              <a:gd name="connsiteY312" fmla="*/ 1140373 h 6858000"/>
              <a:gd name="connsiteX313" fmla="*/ 2020727 w 12192000"/>
              <a:gd name="connsiteY313" fmla="*/ 759699 h 6858000"/>
              <a:gd name="connsiteX314" fmla="*/ 1197855 w 12192000"/>
              <a:gd name="connsiteY314" fmla="*/ 1581931 h 6858000"/>
              <a:gd name="connsiteX315" fmla="*/ 2401403 w 12192000"/>
              <a:gd name="connsiteY315" fmla="*/ 1581931 h 6858000"/>
              <a:gd name="connsiteX316" fmla="*/ 2401403 w 12192000"/>
              <a:gd name="connsiteY316" fmla="*/ 1140373 h 6858000"/>
              <a:gd name="connsiteX317" fmla="*/ 10171273 w 12192000"/>
              <a:gd name="connsiteY317" fmla="*/ 759058 h 6858000"/>
              <a:gd name="connsiteX318" fmla="*/ 9790597 w 12192000"/>
              <a:gd name="connsiteY318" fmla="*/ 1140373 h 6858000"/>
              <a:gd name="connsiteX319" fmla="*/ 9790597 w 12192000"/>
              <a:gd name="connsiteY319" fmla="*/ 1581931 h 6858000"/>
              <a:gd name="connsiteX320" fmla="*/ 10994146 w 12192000"/>
              <a:gd name="connsiteY320" fmla="*/ 1581931 h 6858000"/>
              <a:gd name="connsiteX321" fmla="*/ 7712907 w 12192000"/>
              <a:gd name="connsiteY321" fmla="*/ 759058 h 6858000"/>
              <a:gd name="connsiteX322" fmla="*/ 7332234 w 12192000"/>
              <a:gd name="connsiteY322" fmla="*/ 1140373 h 6858000"/>
              <a:gd name="connsiteX323" fmla="*/ 7332234 w 12192000"/>
              <a:gd name="connsiteY323" fmla="*/ 1581931 h 6858000"/>
              <a:gd name="connsiteX324" fmla="*/ 8535780 w 12192000"/>
              <a:gd name="connsiteY324" fmla="*/ 1581931 h 6858000"/>
              <a:gd name="connsiteX325" fmla="*/ 5255183 w 12192000"/>
              <a:gd name="connsiteY325" fmla="*/ 759058 h 6858000"/>
              <a:gd name="connsiteX326" fmla="*/ 4874509 w 12192000"/>
              <a:gd name="connsiteY326" fmla="*/ 1140373 h 6858000"/>
              <a:gd name="connsiteX327" fmla="*/ 4874509 w 12192000"/>
              <a:gd name="connsiteY327" fmla="*/ 1581931 h 6858000"/>
              <a:gd name="connsiteX328" fmla="*/ 6078056 w 12192000"/>
              <a:gd name="connsiteY328" fmla="*/ 1581931 h 6858000"/>
              <a:gd name="connsiteX329" fmla="*/ 2797458 w 12192000"/>
              <a:gd name="connsiteY329" fmla="*/ 759058 h 6858000"/>
              <a:gd name="connsiteX330" fmla="*/ 2416143 w 12192000"/>
              <a:gd name="connsiteY330" fmla="*/ 1140373 h 6858000"/>
              <a:gd name="connsiteX331" fmla="*/ 2416143 w 12192000"/>
              <a:gd name="connsiteY331" fmla="*/ 1581931 h 6858000"/>
              <a:gd name="connsiteX332" fmla="*/ 3619692 w 12192000"/>
              <a:gd name="connsiteY332" fmla="*/ 1581931 h 6858000"/>
              <a:gd name="connsiteX333" fmla="*/ 9782908 w 12192000"/>
              <a:gd name="connsiteY333" fmla="*/ 370693 h 6858000"/>
              <a:gd name="connsiteX334" fmla="*/ 9404796 w 12192000"/>
              <a:gd name="connsiteY334" fmla="*/ 748804 h 6858000"/>
              <a:gd name="connsiteX335" fmla="*/ 9782908 w 12192000"/>
              <a:gd name="connsiteY335" fmla="*/ 1126915 h 6858000"/>
              <a:gd name="connsiteX336" fmla="*/ 10161019 w 12192000"/>
              <a:gd name="connsiteY336" fmla="*/ 748804 h 6858000"/>
              <a:gd name="connsiteX337" fmla="*/ 7325184 w 12192000"/>
              <a:gd name="connsiteY337" fmla="*/ 370693 h 6858000"/>
              <a:gd name="connsiteX338" fmla="*/ 6947071 w 12192000"/>
              <a:gd name="connsiteY338" fmla="*/ 748804 h 6858000"/>
              <a:gd name="connsiteX339" fmla="*/ 7325184 w 12192000"/>
              <a:gd name="connsiteY339" fmla="*/ 1126915 h 6858000"/>
              <a:gd name="connsiteX340" fmla="*/ 7703295 w 12192000"/>
              <a:gd name="connsiteY340" fmla="*/ 748804 h 6858000"/>
              <a:gd name="connsiteX341" fmla="*/ 4867460 w 12192000"/>
              <a:gd name="connsiteY341" fmla="*/ 370693 h 6858000"/>
              <a:gd name="connsiteX342" fmla="*/ 4489347 w 12192000"/>
              <a:gd name="connsiteY342" fmla="*/ 748804 h 6858000"/>
              <a:gd name="connsiteX343" fmla="*/ 4867460 w 12192000"/>
              <a:gd name="connsiteY343" fmla="*/ 1126915 h 6858000"/>
              <a:gd name="connsiteX344" fmla="*/ 5245571 w 12192000"/>
              <a:gd name="connsiteY344" fmla="*/ 748804 h 6858000"/>
              <a:gd name="connsiteX345" fmla="*/ 2409094 w 12192000"/>
              <a:gd name="connsiteY345" fmla="*/ 370693 h 6858000"/>
              <a:gd name="connsiteX346" fmla="*/ 2030981 w 12192000"/>
              <a:gd name="connsiteY346" fmla="*/ 748804 h 6858000"/>
              <a:gd name="connsiteX347" fmla="*/ 2409094 w 12192000"/>
              <a:gd name="connsiteY347" fmla="*/ 1126915 h 6858000"/>
              <a:gd name="connsiteX348" fmla="*/ 2787204 w 12192000"/>
              <a:gd name="connsiteY348" fmla="*/ 748804 h 6858000"/>
              <a:gd name="connsiteX349" fmla="*/ 1077578 w 12192000"/>
              <a:gd name="connsiteY349" fmla="*/ 0 h 6858000"/>
              <a:gd name="connsiteX350" fmla="*/ 1098792 w 12192000"/>
              <a:gd name="connsiteY350" fmla="*/ 0 h 6858000"/>
              <a:gd name="connsiteX351" fmla="*/ 349988 w 12192000"/>
              <a:gd name="connsiteY351" fmla="*/ 748804 h 6858000"/>
              <a:gd name="connsiteX352" fmla="*/ 1179910 w 12192000"/>
              <a:gd name="connsiteY352" fmla="*/ 1578727 h 6858000"/>
              <a:gd name="connsiteX353" fmla="*/ 2009834 w 12192000"/>
              <a:gd name="connsiteY353" fmla="*/ 748804 h 6858000"/>
              <a:gd name="connsiteX354" fmla="*/ 1261028 w 12192000"/>
              <a:gd name="connsiteY354" fmla="*/ 0 h 6858000"/>
              <a:gd name="connsiteX355" fmla="*/ 1282177 w 12192000"/>
              <a:gd name="connsiteY355" fmla="*/ 0 h 6858000"/>
              <a:gd name="connsiteX356" fmla="*/ 2020727 w 12192000"/>
              <a:gd name="connsiteY356" fmla="*/ 738550 h 6858000"/>
              <a:gd name="connsiteX357" fmla="*/ 2401403 w 12192000"/>
              <a:gd name="connsiteY357" fmla="*/ 357875 h 6858000"/>
              <a:gd name="connsiteX358" fmla="*/ 2401403 w 12192000"/>
              <a:gd name="connsiteY358" fmla="*/ 0 h 6858000"/>
              <a:gd name="connsiteX359" fmla="*/ 2416143 w 12192000"/>
              <a:gd name="connsiteY359" fmla="*/ 0 h 6858000"/>
              <a:gd name="connsiteX360" fmla="*/ 2416143 w 12192000"/>
              <a:gd name="connsiteY360" fmla="*/ 357235 h 6858000"/>
              <a:gd name="connsiteX361" fmla="*/ 2796817 w 12192000"/>
              <a:gd name="connsiteY361" fmla="*/ 737909 h 6858000"/>
              <a:gd name="connsiteX362" fmla="*/ 3535877 w 12192000"/>
              <a:gd name="connsiteY362" fmla="*/ 0 h 6858000"/>
              <a:gd name="connsiteX363" fmla="*/ 3557095 w 12192000"/>
              <a:gd name="connsiteY363" fmla="*/ 0 h 6858000"/>
              <a:gd name="connsiteX364" fmla="*/ 2807712 w 12192000"/>
              <a:gd name="connsiteY364" fmla="*/ 748804 h 6858000"/>
              <a:gd name="connsiteX365" fmla="*/ 3637635 w 12192000"/>
              <a:gd name="connsiteY365" fmla="*/ 1578727 h 6858000"/>
              <a:gd name="connsiteX366" fmla="*/ 4468198 w 12192000"/>
              <a:gd name="connsiteY366" fmla="*/ 748804 h 6858000"/>
              <a:gd name="connsiteX367" fmla="*/ 3719394 w 12192000"/>
              <a:gd name="connsiteY367" fmla="*/ 0 h 6858000"/>
              <a:gd name="connsiteX368" fmla="*/ 3739902 w 12192000"/>
              <a:gd name="connsiteY368" fmla="*/ 0 h 6858000"/>
              <a:gd name="connsiteX369" fmla="*/ 4478452 w 12192000"/>
              <a:gd name="connsiteY369" fmla="*/ 738550 h 6858000"/>
              <a:gd name="connsiteX370" fmla="*/ 4859127 w 12192000"/>
              <a:gd name="connsiteY370" fmla="*/ 357875 h 6858000"/>
              <a:gd name="connsiteX371" fmla="*/ 4859127 w 12192000"/>
              <a:gd name="connsiteY371" fmla="*/ 0 h 6858000"/>
              <a:gd name="connsiteX372" fmla="*/ 4874509 w 12192000"/>
              <a:gd name="connsiteY372" fmla="*/ 0 h 6858000"/>
              <a:gd name="connsiteX373" fmla="*/ 4874509 w 12192000"/>
              <a:gd name="connsiteY373" fmla="*/ 357235 h 6858000"/>
              <a:gd name="connsiteX374" fmla="*/ 5255183 w 12192000"/>
              <a:gd name="connsiteY374" fmla="*/ 737909 h 6858000"/>
              <a:gd name="connsiteX375" fmla="*/ 5993668 w 12192000"/>
              <a:gd name="connsiteY375" fmla="*/ 0 h 6858000"/>
              <a:gd name="connsiteX376" fmla="*/ 6014882 w 12192000"/>
              <a:gd name="connsiteY376" fmla="*/ 0 h 6858000"/>
              <a:gd name="connsiteX377" fmla="*/ 5266078 w 12192000"/>
              <a:gd name="connsiteY377" fmla="*/ 748804 h 6858000"/>
              <a:gd name="connsiteX378" fmla="*/ 6096000 w 12192000"/>
              <a:gd name="connsiteY378" fmla="*/ 1579368 h 6858000"/>
              <a:gd name="connsiteX379" fmla="*/ 6925923 w 12192000"/>
              <a:gd name="connsiteY379" fmla="*/ 749445 h 6858000"/>
              <a:gd name="connsiteX380" fmla="*/ 6177056 w 12192000"/>
              <a:gd name="connsiteY380" fmla="*/ 0 h 6858000"/>
              <a:gd name="connsiteX381" fmla="*/ 6198267 w 12192000"/>
              <a:gd name="connsiteY381" fmla="*/ 0 h 6858000"/>
              <a:gd name="connsiteX382" fmla="*/ 6936818 w 12192000"/>
              <a:gd name="connsiteY382" fmla="*/ 738550 h 6858000"/>
              <a:gd name="connsiteX383" fmla="*/ 7317493 w 12192000"/>
              <a:gd name="connsiteY383" fmla="*/ 357875 h 6858000"/>
              <a:gd name="connsiteX384" fmla="*/ 7317493 w 12192000"/>
              <a:gd name="connsiteY384" fmla="*/ 0 h 6858000"/>
              <a:gd name="connsiteX385" fmla="*/ 7332873 w 12192000"/>
              <a:gd name="connsiteY385" fmla="*/ 0 h 6858000"/>
              <a:gd name="connsiteX386" fmla="*/ 7332873 w 12192000"/>
              <a:gd name="connsiteY386" fmla="*/ 357235 h 6858000"/>
              <a:gd name="connsiteX387" fmla="*/ 7332234 w 12192000"/>
              <a:gd name="connsiteY387" fmla="*/ 357235 h 6858000"/>
              <a:gd name="connsiteX388" fmla="*/ 7712907 w 12192000"/>
              <a:gd name="connsiteY388" fmla="*/ 737909 h 6858000"/>
              <a:gd name="connsiteX389" fmla="*/ 8451967 w 12192000"/>
              <a:gd name="connsiteY389" fmla="*/ 0 h 6858000"/>
              <a:gd name="connsiteX390" fmla="*/ 8472607 w 12192000"/>
              <a:gd name="connsiteY390" fmla="*/ 0 h 6858000"/>
              <a:gd name="connsiteX391" fmla="*/ 7723803 w 12192000"/>
              <a:gd name="connsiteY391" fmla="*/ 748804 h 6858000"/>
              <a:gd name="connsiteX392" fmla="*/ 8553725 w 12192000"/>
              <a:gd name="connsiteY392" fmla="*/ 1578727 h 6858000"/>
              <a:gd name="connsiteX393" fmla="*/ 9383647 w 12192000"/>
              <a:gd name="connsiteY393" fmla="*/ 748804 h 6858000"/>
              <a:gd name="connsiteX394" fmla="*/ 8634843 w 12192000"/>
              <a:gd name="connsiteY394" fmla="*/ 0 h 6858000"/>
              <a:gd name="connsiteX395" fmla="*/ 8655992 w 12192000"/>
              <a:gd name="connsiteY395" fmla="*/ 0 h 6858000"/>
              <a:gd name="connsiteX396" fmla="*/ 9394542 w 12192000"/>
              <a:gd name="connsiteY396" fmla="*/ 738550 h 6858000"/>
              <a:gd name="connsiteX397" fmla="*/ 9775217 w 12192000"/>
              <a:gd name="connsiteY397" fmla="*/ 357875 h 6858000"/>
              <a:gd name="connsiteX398" fmla="*/ 9775217 w 12192000"/>
              <a:gd name="connsiteY398" fmla="*/ 0 h 6858000"/>
              <a:gd name="connsiteX399" fmla="*/ 9790597 w 12192000"/>
              <a:gd name="connsiteY399" fmla="*/ 0 h 6858000"/>
              <a:gd name="connsiteX400" fmla="*/ 9790597 w 12192000"/>
              <a:gd name="connsiteY400" fmla="*/ 357235 h 6858000"/>
              <a:gd name="connsiteX401" fmla="*/ 10171273 w 12192000"/>
              <a:gd name="connsiteY401" fmla="*/ 737909 h 6858000"/>
              <a:gd name="connsiteX402" fmla="*/ 10909758 w 12192000"/>
              <a:gd name="connsiteY402" fmla="*/ 0 h 6858000"/>
              <a:gd name="connsiteX403" fmla="*/ 10930909 w 12192000"/>
              <a:gd name="connsiteY403" fmla="*/ 0 h 6858000"/>
              <a:gd name="connsiteX404" fmla="*/ 10181527 w 12192000"/>
              <a:gd name="connsiteY404" fmla="*/ 748804 h 6858000"/>
              <a:gd name="connsiteX405" fmla="*/ 11011449 w 12192000"/>
              <a:gd name="connsiteY405" fmla="*/ 1578727 h 6858000"/>
              <a:gd name="connsiteX406" fmla="*/ 11841371 w 12192000"/>
              <a:gd name="connsiteY406" fmla="*/ 748804 h 6858000"/>
              <a:gd name="connsiteX407" fmla="*/ 11093146 w 12192000"/>
              <a:gd name="connsiteY407" fmla="*/ 0 h 6858000"/>
              <a:gd name="connsiteX408" fmla="*/ 11114357 w 12192000"/>
              <a:gd name="connsiteY408" fmla="*/ 0 h 6858000"/>
              <a:gd name="connsiteX409" fmla="*/ 11852908 w 12192000"/>
              <a:gd name="connsiteY409" fmla="*/ 738550 h 6858000"/>
              <a:gd name="connsiteX410" fmla="*/ 12192000 w 12192000"/>
              <a:gd name="connsiteY410" fmla="*/ 399457 h 6858000"/>
              <a:gd name="connsiteX411" fmla="*/ 12192000 w 12192000"/>
              <a:gd name="connsiteY411" fmla="*/ 419966 h 6858000"/>
              <a:gd name="connsiteX412" fmla="*/ 11863162 w 12192000"/>
              <a:gd name="connsiteY412" fmla="*/ 748804 h 6858000"/>
              <a:gd name="connsiteX413" fmla="*/ 12192000 w 12192000"/>
              <a:gd name="connsiteY413" fmla="*/ 1077643 h 6858000"/>
              <a:gd name="connsiteX414" fmla="*/ 12192000 w 12192000"/>
              <a:gd name="connsiteY414" fmla="*/ 1098791 h 6858000"/>
              <a:gd name="connsiteX415" fmla="*/ 11852908 w 12192000"/>
              <a:gd name="connsiteY415" fmla="*/ 759699 h 6858000"/>
              <a:gd name="connsiteX416" fmla="*/ 11030035 w 12192000"/>
              <a:gd name="connsiteY416" fmla="*/ 1581931 h 6858000"/>
              <a:gd name="connsiteX417" fmla="*/ 12192000 w 12192000"/>
              <a:gd name="connsiteY417" fmla="*/ 1581931 h 6858000"/>
              <a:gd name="connsiteX418" fmla="*/ 12192000 w 12192000"/>
              <a:gd name="connsiteY418" fmla="*/ 1597312 h 6858000"/>
              <a:gd name="connsiteX419" fmla="*/ 11030035 w 12192000"/>
              <a:gd name="connsiteY419" fmla="*/ 1597312 h 6858000"/>
              <a:gd name="connsiteX420" fmla="*/ 11852908 w 12192000"/>
              <a:gd name="connsiteY420" fmla="*/ 2419544 h 6858000"/>
              <a:gd name="connsiteX421" fmla="*/ 12192000 w 12192000"/>
              <a:gd name="connsiteY421" fmla="*/ 2080452 h 6858000"/>
              <a:gd name="connsiteX422" fmla="*/ 12192000 w 12192000"/>
              <a:gd name="connsiteY422" fmla="*/ 2100959 h 6858000"/>
              <a:gd name="connsiteX423" fmla="*/ 11863162 w 12192000"/>
              <a:gd name="connsiteY423" fmla="*/ 2429798 h 6858000"/>
              <a:gd name="connsiteX424" fmla="*/ 12192000 w 12192000"/>
              <a:gd name="connsiteY424" fmla="*/ 2758636 h 6858000"/>
              <a:gd name="connsiteX425" fmla="*/ 12192000 w 12192000"/>
              <a:gd name="connsiteY425" fmla="*/ 2780426 h 6858000"/>
              <a:gd name="connsiteX426" fmla="*/ 11852908 w 12192000"/>
              <a:gd name="connsiteY426" fmla="*/ 2441334 h 6858000"/>
              <a:gd name="connsiteX427" fmla="*/ 11030035 w 12192000"/>
              <a:gd name="connsiteY427" fmla="*/ 3263565 h 6858000"/>
              <a:gd name="connsiteX428" fmla="*/ 12192000 w 12192000"/>
              <a:gd name="connsiteY428" fmla="*/ 3263565 h 6858000"/>
              <a:gd name="connsiteX429" fmla="*/ 12192000 w 12192000"/>
              <a:gd name="connsiteY429" fmla="*/ 3278306 h 6858000"/>
              <a:gd name="connsiteX430" fmla="*/ 11030035 w 12192000"/>
              <a:gd name="connsiteY430" fmla="*/ 3278306 h 6858000"/>
              <a:gd name="connsiteX431" fmla="*/ 11852908 w 12192000"/>
              <a:gd name="connsiteY431" fmla="*/ 4101178 h 6858000"/>
              <a:gd name="connsiteX432" fmla="*/ 12192000 w 12192000"/>
              <a:gd name="connsiteY432" fmla="*/ 3762086 h 6858000"/>
              <a:gd name="connsiteX433" fmla="*/ 12192000 w 12192000"/>
              <a:gd name="connsiteY433" fmla="*/ 3781953 h 6858000"/>
              <a:gd name="connsiteX434" fmla="*/ 11863162 w 12192000"/>
              <a:gd name="connsiteY434" fmla="*/ 4110791 h 6858000"/>
              <a:gd name="connsiteX435" fmla="*/ 12192000 w 12192000"/>
              <a:gd name="connsiteY435" fmla="*/ 4439631 h 6858000"/>
              <a:gd name="connsiteX436" fmla="*/ 12192000 w 12192000"/>
              <a:gd name="connsiteY436" fmla="*/ 4461419 h 6858000"/>
              <a:gd name="connsiteX437" fmla="*/ 11852908 w 12192000"/>
              <a:gd name="connsiteY437" fmla="*/ 4122327 h 6858000"/>
              <a:gd name="connsiteX438" fmla="*/ 11030035 w 12192000"/>
              <a:gd name="connsiteY438" fmla="*/ 4944558 h 6858000"/>
              <a:gd name="connsiteX439" fmla="*/ 12192000 w 12192000"/>
              <a:gd name="connsiteY439" fmla="*/ 4944558 h 6858000"/>
              <a:gd name="connsiteX440" fmla="*/ 12192000 w 12192000"/>
              <a:gd name="connsiteY440" fmla="*/ 4959940 h 6858000"/>
              <a:gd name="connsiteX441" fmla="*/ 11030035 w 12192000"/>
              <a:gd name="connsiteY441" fmla="*/ 4959940 h 6858000"/>
              <a:gd name="connsiteX442" fmla="*/ 11852908 w 12192000"/>
              <a:gd name="connsiteY442" fmla="*/ 5782171 h 6858000"/>
              <a:gd name="connsiteX443" fmla="*/ 12192000 w 12192000"/>
              <a:gd name="connsiteY443" fmla="*/ 5443080 h 6858000"/>
              <a:gd name="connsiteX444" fmla="*/ 12192000 w 12192000"/>
              <a:gd name="connsiteY444" fmla="*/ 5462946 h 6858000"/>
              <a:gd name="connsiteX445" fmla="*/ 11863162 w 12192000"/>
              <a:gd name="connsiteY445" fmla="*/ 5791784 h 6858000"/>
              <a:gd name="connsiteX446" fmla="*/ 12192000 w 12192000"/>
              <a:gd name="connsiteY446" fmla="*/ 6120624 h 6858000"/>
              <a:gd name="connsiteX447" fmla="*/ 12192000 w 12192000"/>
              <a:gd name="connsiteY447" fmla="*/ 6143053 h 6858000"/>
              <a:gd name="connsiteX448" fmla="*/ 11852908 w 12192000"/>
              <a:gd name="connsiteY448" fmla="*/ 5803961 h 6858000"/>
              <a:gd name="connsiteX449" fmla="*/ 11030035 w 12192000"/>
              <a:gd name="connsiteY449" fmla="*/ 6626193 h 6858000"/>
              <a:gd name="connsiteX450" fmla="*/ 12192000 w 12192000"/>
              <a:gd name="connsiteY450" fmla="*/ 6626193 h 6858000"/>
              <a:gd name="connsiteX451" fmla="*/ 12192000 w 12192000"/>
              <a:gd name="connsiteY451" fmla="*/ 6641575 h 6858000"/>
              <a:gd name="connsiteX452" fmla="*/ 11030035 w 12192000"/>
              <a:gd name="connsiteY452" fmla="*/ 6641575 h 6858000"/>
              <a:gd name="connsiteX453" fmla="*/ 11246629 w 12192000"/>
              <a:gd name="connsiteY453" fmla="*/ 6858000 h 6858000"/>
              <a:gd name="connsiteX454" fmla="*/ 11225311 w 12192000"/>
              <a:gd name="connsiteY454" fmla="*/ 6858000 h 6858000"/>
              <a:gd name="connsiteX455" fmla="*/ 11011449 w 12192000"/>
              <a:gd name="connsiteY455" fmla="*/ 6644138 h 6858000"/>
              <a:gd name="connsiteX456" fmla="*/ 10797587 w 12192000"/>
              <a:gd name="connsiteY456" fmla="*/ 6858000 h 6858000"/>
              <a:gd name="connsiteX457" fmla="*/ 10776438 w 12192000"/>
              <a:gd name="connsiteY457" fmla="*/ 6858000 h 6858000"/>
              <a:gd name="connsiteX458" fmla="*/ 10994146 w 12192000"/>
              <a:gd name="connsiteY458" fmla="*/ 6640292 h 6858000"/>
              <a:gd name="connsiteX459" fmla="*/ 9790597 w 12192000"/>
              <a:gd name="connsiteY459" fmla="*/ 6640292 h 6858000"/>
              <a:gd name="connsiteX460" fmla="*/ 9790597 w 12192000"/>
              <a:gd name="connsiteY460" fmla="*/ 6858000 h 6858000"/>
              <a:gd name="connsiteX461" fmla="*/ 9775217 w 12192000"/>
              <a:gd name="connsiteY461" fmla="*/ 6858000 h 6858000"/>
              <a:gd name="connsiteX462" fmla="*/ 9775217 w 12192000"/>
              <a:gd name="connsiteY462" fmla="*/ 6641575 h 6858000"/>
              <a:gd name="connsiteX463" fmla="*/ 8571669 w 12192000"/>
              <a:gd name="connsiteY463" fmla="*/ 6641575 h 6858000"/>
              <a:gd name="connsiteX464" fmla="*/ 8788263 w 12192000"/>
              <a:gd name="connsiteY464" fmla="*/ 6858000 h 6858000"/>
              <a:gd name="connsiteX465" fmla="*/ 8767587 w 12192000"/>
              <a:gd name="connsiteY465" fmla="*/ 6858000 h 6858000"/>
              <a:gd name="connsiteX466" fmla="*/ 8553725 w 12192000"/>
              <a:gd name="connsiteY466" fmla="*/ 6644138 h 6858000"/>
              <a:gd name="connsiteX467" fmla="*/ 8339863 w 12192000"/>
              <a:gd name="connsiteY467" fmla="*/ 6858000 h 6858000"/>
              <a:gd name="connsiteX468" fmla="*/ 8318072 w 12192000"/>
              <a:gd name="connsiteY468" fmla="*/ 6858000 h 6858000"/>
              <a:gd name="connsiteX469" fmla="*/ 8535780 w 12192000"/>
              <a:gd name="connsiteY469" fmla="*/ 6640292 h 6858000"/>
              <a:gd name="connsiteX470" fmla="*/ 7332234 w 12192000"/>
              <a:gd name="connsiteY470" fmla="*/ 6640292 h 6858000"/>
              <a:gd name="connsiteX471" fmla="*/ 7332234 w 12192000"/>
              <a:gd name="connsiteY471" fmla="*/ 6858000 h 6858000"/>
              <a:gd name="connsiteX472" fmla="*/ 7317493 w 12192000"/>
              <a:gd name="connsiteY472" fmla="*/ 6858000 h 6858000"/>
              <a:gd name="connsiteX473" fmla="*/ 7317493 w 12192000"/>
              <a:gd name="connsiteY473" fmla="*/ 6641575 h 6858000"/>
              <a:gd name="connsiteX474" fmla="*/ 6113945 w 12192000"/>
              <a:gd name="connsiteY474" fmla="*/ 6641575 h 6858000"/>
              <a:gd name="connsiteX475" fmla="*/ 6330539 w 12192000"/>
              <a:gd name="connsiteY475" fmla="*/ 6858000 h 6858000"/>
              <a:gd name="connsiteX476" fmla="*/ 6309862 w 12192000"/>
              <a:gd name="connsiteY476" fmla="*/ 6858000 h 6858000"/>
              <a:gd name="connsiteX477" fmla="*/ 6096000 w 12192000"/>
              <a:gd name="connsiteY477" fmla="*/ 6644138 h 6858000"/>
              <a:gd name="connsiteX478" fmla="*/ 5882138 w 12192000"/>
              <a:gd name="connsiteY478" fmla="*/ 6858000 h 6858000"/>
              <a:gd name="connsiteX479" fmla="*/ 5860348 w 12192000"/>
              <a:gd name="connsiteY479" fmla="*/ 6858000 h 6858000"/>
              <a:gd name="connsiteX480" fmla="*/ 6078056 w 12192000"/>
              <a:gd name="connsiteY480" fmla="*/ 6640292 h 6858000"/>
              <a:gd name="connsiteX481" fmla="*/ 4874509 w 12192000"/>
              <a:gd name="connsiteY481" fmla="*/ 6640292 h 6858000"/>
              <a:gd name="connsiteX482" fmla="*/ 4874509 w 12192000"/>
              <a:gd name="connsiteY482" fmla="*/ 6858000 h 6858000"/>
              <a:gd name="connsiteX483" fmla="*/ 4859127 w 12192000"/>
              <a:gd name="connsiteY483" fmla="*/ 6858000 h 6858000"/>
              <a:gd name="connsiteX484" fmla="*/ 4859127 w 12192000"/>
              <a:gd name="connsiteY484" fmla="*/ 6641575 h 6858000"/>
              <a:gd name="connsiteX485" fmla="*/ 3655579 w 12192000"/>
              <a:gd name="connsiteY485" fmla="*/ 6641575 h 6858000"/>
              <a:gd name="connsiteX486" fmla="*/ 3872173 w 12192000"/>
              <a:gd name="connsiteY486" fmla="*/ 6858000 h 6858000"/>
              <a:gd name="connsiteX487" fmla="*/ 3852138 w 12192000"/>
              <a:gd name="connsiteY487" fmla="*/ 6858000 h 6858000"/>
              <a:gd name="connsiteX488" fmla="*/ 3638276 w 12192000"/>
              <a:gd name="connsiteY488" fmla="*/ 6644138 h 6858000"/>
              <a:gd name="connsiteX489" fmla="*/ 3424249 w 12192000"/>
              <a:gd name="connsiteY489" fmla="*/ 6858000 h 6858000"/>
              <a:gd name="connsiteX490" fmla="*/ 3401983 w 12192000"/>
              <a:gd name="connsiteY490" fmla="*/ 6858000 h 6858000"/>
              <a:gd name="connsiteX491" fmla="*/ 3619692 w 12192000"/>
              <a:gd name="connsiteY491" fmla="*/ 6640292 h 6858000"/>
              <a:gd name="connsiteX492" fmla="*/ 2416143 w 12192000"/>
              <a:gd name="connsiteY492" fmla="*/ 6640292 h 6858000"/>
              <a:gd name="connsiteX493" fmla="*/ 2416143 w 12192000"/>
              <a:gd name="connsiteY493" fmla="*/ 6858000 h 6858000"/>
              <a:gd name="connsiteX494" fmla="*/ 2401403 w 12192000"/>
              <a:gd name="connsiteY494" fmla="*/ 6858000 h 6858000"/>
              <a:gd name="connsiteX495" fmla="*/ 2401403 w 12192000"/>
              <a:gd name="connsiteY495" fmla="*/ 6641575 h 6858000"/>
              <a:gd name="connsiteX496" fmla="*/ 1197855 w 12192000"/>
              <a:gd name="connsiteY496" fmla="*/ 6641575 h 6858000"/>
              <a:gd name="connsiteX497" fmla="*/ 1414448 w 12192000"/>
              <a:gd name="connsiteY497" fmla="*/ 6858000 h 6858000"/>
              <a:gd name="connsiteX498" fmla="*/ 1393772 w 12192000"/>
              <a:gd name="connsiteY498" fmla="*/ 6858000 h 6858000"/>
              <a:gd name="connsiteX499" fmla="*/ 1179910 w 12192000"/>
              <a:gd name="connsiteY499" fmla="*/ 6644138 h 6858000"/>
              <a:gd name="connsiteX500" fmla="*/ 966048 w 12192000"/>
              <a:gd name="connsiteY500" fmla="*/ 6858000 h 6858000"/>
              <a:gd name="connsiteX501" fmla="*/ 944259 w 12192000"/>
              <a:gd name="connsiteY501" fmla="*/ 6858000 h 6858000"/>
              <a:gd name="connsiteX502" fmla="*/ 1161967 w 12192000"/>
              <a:gd name="connsiteY502" fmla="*/ 6640292 h 6858000"/>
              <a:gd name="connsiteX503" fmla="*/ 0 w 12192000"/>
              <a:gd name="connsiteY503" fmla="*/ 6640292 h 6858000"/>
              <a:gd name="connsiteX504" fmla="*/ 0 w 12192000"/>
              <a:gd name="connsiteY504" fmla="*/ 6625553 h 6858000"/>
              <a:gd name="connsiteX505" fmla="*/ 1161967 w 12192000"/>
              <a:gd name="connsiteY505" fmla="*/ 6625553 h 6858000"/>
              <a:gd name="connsiteX506" fmla="*/ 339093 w 12192000"/>
              <a:gd name="connsiteY506" fmla="*/ 5803320 h 6858000"/>
              <a:gd name="connsiteX507" fmla="*/ 0 w 12192000"/>
              <a:gd name="connsiteY507" fmla="*/ 6142414 h 6858000"/>
              <a:gd name="connsiteX508" fmla="*/ 0 w 12192000"/>
              <a:gd name="connsiteY508" fmla="*/ 6121905 h 6858000"/>
              <a:gd name="connsiteX509" fmla="*/ 328839 w 12192000"/>
              <a:gd name="connsiteY509" fmla="*/ 5793066 h 6858000"/>
              <a:gd name="connsiteX510" fmla="*/ 0 w 12192000"/>
              <a:gd name="connsiteY510" fmla="*/ 5463681 h 6858000"/>
              <a:gd name="connsiteX511" fmla="*/ 0 w 12192000"/>
              <a:gd name="connsiteY511" fmla="*/ 5443080 h 6858000"/>
              <a:gd name="connsiteX512" fmla="*/ 339093 w 12192000"/>
              <a:gd name="connsiteY512" fmla="*/ 5782171 h 6858000"/>
              <a:gd name="connsiteX513" fmla="*/ 1161967 w 12192000"/>
              <a:gd name="connsiteY513" fmla="*/ 4959299 h 6858000"/>
              <a:gd name="connsiteX514" fmla="*/ 0 w 12192000"/>
              <a:gd name="connsiteY514" fmla="*/ 4959299 h 6858000"/>
              <a:gd name="connsiteX515" fmla="*/ 0 w 12192000"/>
              <a:gd name="connsiteY515" fmla="*/ 4944558 h 6858000"/>
              <a:gd name="connsiteX516" fmla="*/ 1161967 w 12192000"/>
              <a:gd name="connsiteY516" fmla="*/ 4944558 h 6858000"/>
              <a:gd name="connsiteX517" fmla="*/ 339093 w 12192000"/>
              <a:gd name="connsiteY517" fmla="*/ 4121686 h 6858000"/>
              <a:gd name="connsiteX518" fmla="*/ 0 w 12192000"/>
              <a:gd name="connsiteY518" fmla="*/ 4461350 h 6858000"/>
              <a:gd name="connsiteX519" fmla="*/ 0 w 12192000"/>
              <a:gd name="connsiteY519" fmla="*/ 4440271 h 6858000"/>
              <a:gd name="connsiteX520" fmla="*/ 328839 w 12192000"/>
              <a:gd name="connsiteY520" fmla="*/ 4111432 h 6858000"/>
              <a:gd name="connsiteX521" fmla="*/ 0 w 12192000"/>
              <a:gd name="connsiteY521" fmla="*/ 3782594 h 6858000"/>
              <a:gd name="connsiteX522" fmla="*/ 0 w 12192000"/>
              <a:gd name="connsiteY522" fmla="*/ 3761445 h 6858000"/>
              <a:gd name="connsiteX523" fmla="*/ 339093 w 12192000"/>
              <a:gd name="connsiteY523" fmla="*/ 4100537 h 6858000"/>
              <a:gd name="connsiteX524" fmla="*/ 1161967 w 12192000"/>
              <a:gd name="connsiteY524" fmla="*/ 3278306 h 6858000"/>
              <a:gd name="connsiteX525" fmla="*/ 0 w 12192000"/>
              <a:gd name="connsiteY525" fmla="*/ 3278306 h 6858000"/>
              <a:gd name="connsiteX526" fmla="*/ 0 w 12192000"/>
              <a:gd name="connsiteY526" fmla="*/ 3262924 h 6858000"/>
              <a:gd name="connsiteX527" fmla="*/ 1161967 w 12192000"/>
              <a:gd name="connsiteY527" fmla="*/ 3262924 h 6858000"/>
              <a:gd name="connsiteX528" fmla="*/ 339093 w 12192000"/>
              <a:gd name="connsiteY528" fmla="*/ 2440693 h 6858000"/>
              <a:gd name="connsiteX529" fmla="*/ 0 w 12192000"/>
              <a:gd name="connsiteY529" fmla="*/ 2779787 h 6858000"/>
              <a:gd name="connsiteX530" fmla="*/ 0 w 12192000"/>
              <a:gd name="connsiteY530" fmla="*/ 2759277 h 6858000"/>
              <a:gd name="connsiteX531" fmla="*/ 328839 w 12192000"/>
              <a:gd name="connsiteY531" fmla="*/ 2430439 h 6858000"/>
              <a:gd name="connsiteX532" fmla="*/ 0 w 12192000"/>
              <a:gd name="connsiteY532" fmla="*/ 2101053 h 6858000"/>
              <a:gd name="connsiteX533" fmla="*/ 0 w 12192000"/>
              <a:gd name="connsiteY533" fmla="*/ 2080451 h 6858000"/>
              <a:gd name="connsiteX534" fmla="*/ 339093 w 12192000"/>
              <a:gd name="connsiteY534" fmla="*/ 2419544 h 6858000"/>
              <a:gd name="connsiteX535" fmla="*/ 1161967 w 12192000"/>
              <a:gd name="connsiteY535" fmla="*/ 1596671 h 6858000"/>
              <a:gd name="connsiteX536" fmla="*/ 0 w 12192000"/>
              <a:gd name="connsiteY536" fmla="*/ 1596671 h 6858000"/>
              <a:gd name="connsiteX537" fmla="*/ 0 w 12192000"/>
              <a:gd name="connsiteY537" fmla="*/ 1581931 h 6858000"/>
              <a:gd name="connsiteX538" fmla="*/ 1161967 w 12192000"/>
              <a:gd name="connsiteY538" fmla="*/ 1581931 h 6858000"/>
              <a:gd name="connsiteX539" fmla="*/ 339093 w 12192000"/>
              <a:gd name="connsiteY539" fmla="*/ 759058 h 6858000"/>
              <a:gd name="connsiteX540" fmla="*/ 0 w 12192000"/>
              <a:gd name="connsiteY540" fmla="*/ 1098722 h 6858000"/>
              <a:gd name="connsiteX541" fmla="*/ 0 w 12192000"/>
              <a:gd name="connsiteY541" fmla="*/ 1077643 h 6858000"/>
              <a:gd name="connsiteX542" fmla="*/ 328839 w 12192000"/>
              <a:gd name="connsiteY542" fmla="*/ 748804 h 6858000"/>
              <a:gd name="connsiteX543" fmla="*/ 0 w 12192000"/>
              <a:gd name="connsiteY543" fmla="*/ 419966 h 6858000"/>
              <a:gd name="connsiteX544" fmla="*/ 0 w 12192000"/>
              <a:gd name="connsiteY544" fmla="*/ 398817 h 6858000"/>
              <a:gd name="connsiteX545" fmla="*/ 339093 w 12192000"/>
              <a:gd name="connsiteY545" fmla="*/ 73790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</a:cxnLst>
            <a:rect l="l" t="t" r="r" b="b"/>
            <a:pathLst>
              <a:path w="12192000" h="6858000">
                <a:moveTo>
                  <a:pt x="9394542" y="5803961"/>
                </a:moveTo>
                <a:lnTo>
                  <a:pt x="8571669" y="6626193"/>
                </a:lnTo>
                <a:lnTo>
                  <a:pt x="9775217" y="6626193"/>
                </a:lnTo>
                <a:lnTo>
                  <a:pt x="9775217" y="6184635"/>
                </a:lnTo>
                <a:close/>
                <a:moveTo>
                  <a:pt x="6936818" y="5803961"/>
                </a:moveTo>
                <a:lnTo>
                  <a:pt x="6113945" y="6626193"/>
                </a:lnTo>
                <a:lnTo>
                  <a:pt x="7317493" y="6626193"/>
                </a:lnTo>
                <a:lnTo>
                  <a:pt x="7317493" y="6184635"/>
                </a:lnTo>
                <a:close/>
                <a:moveTo>
                  <a:pt x="10171273" y="5803320"/>
                </a:moveTo>
                <a:lnTo>
                  <a:pt x="9790597" y="6183996"/>
                </a:lnTo>
                <a:lnTo>
                  <a:pt x="9790597" y="6625553"/>
                </a:lnTo>
                <a:lnTo>
                  <a:pt x="10994146" y="6625553"/>
                </a:lnTo>
                <a:close/>
                <a:moveTo>
                  <a:pt x="7713549" y="5803320"/>
                </a:moveTo>
                <a:lnTo>
                  <a:pt x="7332234" y="6183996"/>
                </a:lnTo>
                <a:lnTo>
                  <a:pt x="7332234" y="6625553"/>
                </a:lnTo>
                <a:lnTo>
                  <a:pt x="8535780" y="6625553"/>
                </a:lnTo>
                <a:close/>
                <a:moveTo>
                  <a:pt x="5255183" y="5803320"/>
                </a:moveTo>
                <a:lnTo>
                  <a:pt x="4874509" y="6183996"/>
                </a:lnTo>
                <a:lnTo>
                  <a:pt x="4874509" y="6625553"/>
                </a:lnTo>
                <a:lnTo>
                  <a:pt x="6078056" y="6625553"/>
                </a:lnTo>
                <a:close/>
                <a:moveTo>
                  <a:pt x="4478452" y="5803320"/>
                </a:moveTo>
                <a:lnTo>
                  <a:pt x="3655579" y="6626193"/>
                </a:lnTo>
                <a:lnTo>
                  <a:pt x="4859127" y="6626193"/>
                </a:lnTo>
                <a:lnTo>
                  <a:pt x="4859127" y="6184635"/>
                </a:lnTo>
                <a:close/>
                <a:moveTo>
                  <a:pt x="2797458" y="5803320"/>
                </a:moveTo>
                <a:lnTo>
                  <a:pt x="2416143" y="6183996"/>
                </a:lnTo>
                <a:lnTo>
                  <a:pt x="2416143" y="6625553"/>
                </a:lnTo>
                <a:lnTo>
                  <a:pt x="3619692" y="6625553"/>
                </a:lnTo>
                <a:close/>
                <a:moveTo>
                  <a:pt x="2020727" y="5803320"/>
                </a:moveTo>
                <a:lnTo>
                  <a:pt x="1197855" y="6626193"/>
                </a:lnTo>
                <a:lnTo>
                  <a:pt x="2401403" y="6626193"/>
                </a:lnTo>
                <a:lnTo>
                  <a:pt x="2401403" y="6184635"/>
                </a:lnTo>
                <a:close/>
                <a:moveTo>
                  <a:pt x="9782908" y="5414956"/>
                </a:moveTo>
                <a:lnTo>
                  <a:pt x="9404796" y="5793066"/>
                </a:lnTo>
                <a:lnTo>
                  <a:pt x="9782908" y="6171177"/>
                </a:lnTo>
                <a:lnTo>
                  <a:pt x="10161019" y="5793066"/>
                </a:lnTo>
                <a:close/>
                <a:moveTo>
                  <a:pt x="7325184" y="5414956"/>
                </a:moveTo>
                <a:lnTo>
                  <a:pt x="6947071" y="5793066"/>
                </a:lnTo>
                <a:lnTo>
                  <a:pt x="7325184" y="6171177"/>
                </a:lnTo>
                <a:lnTo>
                  <a:pt x="7703295" y="5793066"/>
                </a:lnTo>
                <a:close/>
                <a:moveTo>
                  <a:pt x="4867460" y="5414956"/>
                </a:moveTo>
                <a:lnTo>
                  <a:pt x="4489347" y="5793066"/>
                </a:lnTo>
                <a:lnTo>
                  <a:pt x="4867460" y="6171177"/>
                </a:lnTo>
                <a:lnTo>
                  <a:pt x="5245571" y="5793066"/>
                </a:lnTo>
                <a:close/>
                <a:moveTo>
                  <a:pt x="2409094" y="5414956"/>
                </a:moveTo>
                <a:lnTo>
                  <a:pt x="2030981" y="5793066"/>
                </a:lnTo>
                <a:lnTo>
                  <a:pt x="2409094" y="6171177"/>
                </a:lnTo>
                <a:lnTo>
                  <a:pt x="2787204" y="5793066"/>
                </a:lnTo>
                <a:close/>
                <a:moveTo>
                  <a:pt x="11011449" y="4963144"/>
                </a:moveTo>
                <a:lnTo>
                  <a:pt x="10181527" y="5793066"/>
                </a:lnTo>
                <a:lnTo>
                  <a:pt x="11011449" y="6622989"/>
                </a:lnTo>
                <a:lnTo>
                  <a:pt x="11841371" y="5793066"/>
                </a:lnTo>
                <a:close/>
                <a:moveTo>
                  <a:pt x="8553725" y="4963144"/>
                </a:moveTo>
                <a:lnTo>
                  <a:pt x="7723803" y="5793066"/>
                </a:lnTo>
                <a:lnTo>
                  <a:pt x="8553725" y="6622989"/>
                </a:lnTo>
                <a:lnTo>
                  <a:pt x="9383647" y="5793066"/>
                </a:lnTo>
                <a:close/>
                <a:moveTo>
                  <a:pt x="6096000" y="4962503"/>
                </a:moveTo>
                <a:lnTo>
                  <a:pt x="5266078" y="5793066"/>
                </a:lnTo>
                <a:lnTo>
                  <a:pt x="6096000" y="6622989"/>
                </a:lnTo>
                <a:lnTo>
                  <a:pt x="6925923" y="5793066"/>
                </a:lnTo>
                <a:close/>
                <a:moveTo>
                  <a:pt x="3638276" y="4962503"/>
                </a:moveTo>
                <a:lnTo>
                  <a:pt x="2807712" y="5793066"/>
                </a:lnTo>
                <a:lnTo>
                  <a:pt x="3637635" y="6622989"/>
                </a:lnTo>
                <a:lnTo>
                  <a:pt x="4468198" y="5793066"/>
                </a:lnTo>
                <a:close/>
                <a:moveTo>
                  <a:pt x="1179910" y="4962503"/>
                </a:moveTo>
                <a:lnTo>
                  <a:pt x="349988" y="5793066"/>
                </a:lnTo>
                <a:lnTo>
                  <a:pt x="1179910" y="6622989"/>
                </a:lnTo>
                <a:lnTo>
                  <a:pt x="2009834" y="5793066"/>
                </a:lnTo>
                <a:close/>
                <a:moveTo>
                  <a:pt x="8571669" y="4959940"/>
                </a:moveTo>
                <a:lnTo>
                  <a:pt x="9394542" y="5782171"/>
                </a:lnTo>
                <a:lnTo>
                  <a:pt x="9775217" y="5401498"/>
                </a:lnTo>
                <a:lnTo>
                  <a:pt x="9775217" y="4959940"/>
                </a:lnTo>
                <a:close/>
                <a:moveTo>
                  <a:pt x="6113945" y="4959940"/>
                </a:moveTo>
                <a:lnTo>
                  <a:pt x="6936818" y="5782171"/>
                </a:lnTo>
                <a:lnTo>
                  <a:pt x="7317493" y="5401498"/>
                </a:lnTo>
                <a:lnTo>
                  <a:pt x="7317493" y="4959940"/>
                </a:lnTo>
                <a:close/>
                <a:moveTo>
                  <a:pt x="3655579" y="4959940"/>
                </a:moveTo>
                <a:lnTo>
                  <a:pt x="4478452" y="5782171"/>
                </a:lnTo>
                <a:lnTo>
                  <a:pt x="4859127" y="5401498"/>
                </a:lnTo>
                <a:lnTo>
                  <a:pt x="4859127" y="4959940"/>
                </a:lnTo>
                <a:close/>
                <a:moveTo>
                  <a:pt x="1197855" y="4959940"/>
                </a:moveTo>
                <a:lnTo>
                  <a:pt x="2020727" y="5782171"/>
                </a:lnTo>
                <a:lnTo>
                  <a:pt x="2401403" y="5401498"/>
                </a:lnTo>
                <a:lnTo>
                  <a:pt x="2401403" y="4959940"/>
                </a:lnTo>
                <a:close/>
                <a:moveTo>
                  <a:pt x="9790597" y="4959299"/>
                </a:moveTo>
                <a:lnTo>
                  <a:pt x="9790597" y="5401498"/>
                </a:lnTo>
                <a:lnTo>
                  <a:pt x="10171273" y="5782171"/>
                </a:lnTo>
                <a:lnTo>
                  <a:pt x="10994146" y="4959299"/>
                </a:lnTo>
                <a:close/>
                <a:moveTo>
                  <a:pt x="7332234" y="4959299"/>
                </a:moveTo>
                <a:lnTo>
                  <a:pt x="7332234" y="5401498"/>
                </a:lnTo>
                <a:lnTo>
                  <a:pt x="7712907" y="5782171"/>
                </a:lnTo>
                <a:lnTo>
                  <a:pt x="8535780" y="4959299"/>
                </a:lnTo>
                <a:close/>
                <a:moveTo>
                  <a:pt x="4874509" y="4959299"/>
                </a:moveTo>
                <a:lnTo>
                  <a:pt x="4874509" y="5401498"/>
                </a:lnTo>
                <a:lnTo>
                  <a:pt x="5255183" y="5782171"/>
                </a:lnTo>
                <a:lnTo>
                  <a:pt x="6078056" y="4959299"/>
                </a:lnTo>
                <a:close/>
                <a:moveTo>
                  <a:pt x="2416143" y="4959299"/>
                </a:moveTo>
                <a:lnTo>
                  <a:pt x="2416143" y="5401498"/>
                </a:lnTo>
                <a:lnTo>
                  <a:pt x="2796817" y="5782171"/>
                </a:lnTo>
                <a:lnTo>
                  <a:pt x="3619692" y="4959299"/>
                </a:lnTo>
                <a:close/>
                <a:moveTo>
                  <a:pt x="9394542" y="4122327"/>
                </a:moveTo>
                <a:lnTo>
                  <a:pt x="8571669" y="4944558"/>
                </a:lnTo>
                <a:lnTo>
                  <a:pt x="9775217" y="4944558"/>
                </a:lnTo>
                <a:lnTo>
                  <a:pt x="9775217" y="4503001"/>
                </a:lnTo>
                <a:close/>
                <a:moveTo>
                  <a:pt x="6936818" y="4122327"/>
                </a:moveTo>
                <a:lnTo>
                  <a:pt x="6113945" y="4944558"/>
                </a:lnTo>
                <a:lnTo>
                  <a:pt x="7317493" y="4944558"/>
                </a:lnTo>
                <a:lnTo>
                  <a:pt x="7317493" y="4503001"/>
                </a:lnTo>
                <a:close/>
                <a:moveTo>
                  <a:pt x="4478452" y="4122327"/>
                </a:moveTo>
                <a:lnTo>
                  <a:pt x="3655579" y="4944558"/>
                </a:lnTo>
                <a:lnTo>
                  <a:pt x="4859127" y="4944558"/>
                </a:lnTo>
                <a:lnTo>
                  <a:pt x="4859127" y="4503001"/>
                </a:lnTo>
                <a:close/>
                <a:moveTo>
                  <a:pt x="2020727" y="4122327"/>
                </a:moveTo>
                <a:lnTo>
                  <a:pt x="1197855" y="4944558"/>
                </a:lnTo>
                <a:lnTo>
                  <a:pt x="2401403" y="4944558"/>
                </a:lnTo>
                <a:lnTo>
                  <a:pt x="2401403" y="4503001"/>
                </a:lnTo>
                <a:close/>
                <a:moveTo>
                  <a:pt x="10171273" y="4121686"/>
                </a:moveTo>
                <a:lnTo>
                  <a:pt x="9790597" y="4503001"/>
                </a:lnTo>
                <a:lnTo>
                  <a:pt x="9790597" y="4944558"/>
                </a:lnTo>
                <a:lnTo>
                  <a:pt x="10994146" y="4944558"/>
                </a:lnTo>
                <a:close/>
                <a:moveTo>
                  <a:pt x="7712907" y="4121686"/>
                </a:moveTo>
                <a:lnTo>
                  <a:pt x="7332234" y="4503001"/>
                </a:lnTo>
                <a:lnTo>
                  <a:pt x="7332234" y="4944558"/>
                </a:lnTo>
                <a:lnTo>
                  <a:pt x="8535780" y="4944558"/>
                </a:lnTo>
                <a:close/>
                <a:moveTo>
                  <a:pt x="5255183" y="4121686"/>
                </a:moveTo>
                <a:lnTo>
                  <a:pt x="4874509" y="4503001"/>
                </a:lnTo>
                <a:lnTo>
                  <a:pt x="4874509" y="4944558"/>
                </a:lnTo>
                <a:lnTo>
                  <a:pt x="6078056" y="4944558"/>
                </a:lnTo>
                <a:close/>
                <a:moveTo>
                  <a:pt x="2797458" y="4121686"/>
                </a:moveTo>
                <a:lnTo>
                  <a:pt x="2416143" y="4503001"/>
                </a:lnTo>
                <a:lnTo>
                  <a:pt x="2416143" y="4944558"/>
                </a:lnTo>
                <a:lnTo>
                  <a:pt x="3619692" y="4944558"/>
                </a:lnTo>
                <a:close/>
                <a:moveTo>
                  <a:pt x="9782908" y="3733321"/>
                </a:moveTo>
                <a:lnTo>
                  <a:pt x="9404796" y="4111432"/>
                </a:lnTo>
                <a:lnTo>
                  <a:pt x="9782908" y="4489543"/>
                </a:lnTo>
                <a:lnTo>
                  <a:pt x="10161019" y="4111432"/>
                </a:lnTo>
                <a:close/>
                <a:moveTo>
                  <a:pt x="7325184" y="3733321"/>
                </a:moveTo>
                <a:lnTo>
                  <a:pt x="6947071" y="4111432"/>
                </a:lnTo>
                <a:lnTo>
                  <a:pt x="7325184" y="4489543"/>
                </a:lnTo>
                <a:lnTo>
                  <a:pt x="7703295" y="4111432"/>
                </a:lnTo>
                <a:close/>
                <a:moveTo>
                  <a:pt x="4867460" y="3733321"/>
                </a:moveTo>
                <a:lnTo>
                  <a:pt x="4489347" y="4111432"/>
                </a:lnTo>
                <a:lnTo>
                  <a:pt x="4867460" y="4489543"/>
                </a:lnTo>
                <a:lnTo>
                  <a:pt x="5245571" y="4111432"/>
                </a:lnTo>
                <a:close/>
                <a:moveTo>
                  <a:pt x="2409094" y="3733321"/>
                </a:moveTo>
                <a:lnTo>
                  <a:pt x="2030981" y="4111432"/>
                </a:lnTo>
                <a:lnTo>
                  <a:pt x="2409094" y="4489543"/>
                </a:lnTo>
                <a:lnTo>
                  <a:pt x="2787204" y="4111432"/>
                </a:lnTo>
                <a:close/>
                <a:moveTo>
                  <a:pt x="11012090" y="3281510"/>
                </a:moveTo>
                <a:lnTo>
                  <a:pt x="10181527" y="4111432"/>
                </a:lnTo>
                <a:lnTo>
                  <a:pt x="11011449" y="4941354"/>
                </a:lnTo>
                <a:lnTo>
                  <a:pt x="11842013" y="4111432"/>
                </a:lnTo>
                <a:close/>
                <a:moveTo>
                  <a:pt x="8554366" y="3281510"/>
                </a:moveTo>
                <a:lnTo>
                  <a:pt x="7723803" y="4111432"/>
                </a:lnTo>
                <a:lnTo>
                  <a:pt x="8553725" y="4941354"/>
                </a:lnTo>
                <a:lnTo>
                  <a:pt x="9384288" y="4111432"/>
                </a:lnTo>
                <a:close/>
                <a:moveTo>
                  <a:pt x="6096000" y="3281510"/>
                </a:moveTo>
                <a:lnTo>
                  <a:pt x="5266078" y="4111432"/>
                </a:lnTo>
                <a:lnTo>
                  <a:pt x="6096000" y="4941995"/>
                </a:lnTo>
                <a:lnTo>
                  <a:pt x="6925923" y="4111432"/>
                </a:lnTo>
                <a:close/>
                <a:moveTo>
                  <a:pt x="3638276" y="3281510"/>
                </a:moveTo>
                <a:lnTo>
                  <a:pt x="2807712" y="4111432"/>
                </a:lnTo>
                <a:lnTo>
                  <a:pt x="3637635" y="4941354"/>
                </a:lnTo>
                <a:lnTo>
                  <a:pt x="4468198" y="4111432"/>
                </a:lnTo>
                <a:close/>
                <a:moveTo>
                  <a:pt x="1179910" y="3281510"/>
                </a:moveTo>
                <a:lnTo>
                  <a:pt x="349988" y="4111432"/>
                </a:lnTo>
                <a:lnTo>
                  <a:pt x="1179910" y="4941354"/>
                </a:lnTo>
                <a:lnTo>
                  <a:pt x="2010473" y="4111432"/>
                </a:lnTo>
                <a:close/>
                <a:moveTo>
                  <a:pt x="9790597" y="3278306"/>
                </a:moveTo>
                <a:lnTo>
                  <a:pt x="9790597" y="3719863"/>
                </a:lnTo>
                <a:lnTo>
                  <a:pt x="10171273" y="4100537"/>
                </a:lnTo>
                <a:lnTo>
                  <a:pt x="10994146" y="3278306"/>
                </a:lnTo>
                <a:close/>
                <a:moveTo>
                  <a:pt x="8571669" y="3278306"/>
                </a:moveTo>
                <a:lnTo>
                  <a:pt x="9394542" y="4101178"/>
                </a:lnTo>
                <a:lnTo>
                  <a:pt x="9775217" y="3720504"/>
                </a:lnTo>
                <a:lnTo>
                  <a:pt x="9775217" y="3278306"/>
                </a:lnTo>
                <a:close/>
                <a:moveTo>
                  <a:pt x="7332873" y="3278306"/>
                </a:moveTo>
                <a:lnTo>
                  <a:pt x="7332873" y="3719863"/>
                </a:lnTo>
                <a:lnTo>
                  <a:pt x="7332234" y="3719863"/>
                </a:lnTo>
                <a:lnTo>
                  <a:pt x="7712907" y="4100537"/>
                </a:lnTo>
                <a:lnTo>
                  <a:pt x="8536421" y="3278306"/>
                </a:lnTo>
                <a:close/>
                <a:moveTo>
                  <a:pt x="6113945" y="3278306"/>
                </a:moveTo>
                <a:lnTo>
                  <a:pt x="6936818" y="4101178"/>
                </a:lnTo>
                <a:lnTo>
                  <a:pt x="7317493" y="3720504"/>
                </a:lnTo>
                <a:lnTo>
                  <a:pt x="7317493" y="3278306"/>
                </a:lnTo>
                <a:close/>
                <a:moveTo>
                  <a:pt x="4874509" y="3278306"/>
                </a:moveTo>
                <a:lnTo>
                  <a:pt x="4874509" y="3719863"/>
                </a:lnTo>
                <a:lnTo>
                  <a:pt x="5255183" y="4100537"/>
                </a:lnTo>
                <a:lnTo>
                  <a:pt x="6078056" y="3278306"/>
                </a:lnTo>
                <a:close/>
                <a:moveTo>
                  <a:pt x="3655579" y="3278306"/>
                </a:moveTo>
                <a:lnTo>
                  <a:pt x="4478452" y="4101178"/>
                </a:lnTo>
                <a:lnTo>
                  <a:pt x="4859127" y="3720504"/>
                </a:lnTo>
                <a:lnTo>
                  <a:pt x="4859127" y="3278306"/>
                </a:lnTo>
                <a:close/>
                <a:moveTo>
                  <a:pt x="2416143" y="3278306"/>
                </a:moveTo>
                <a:lnTo>
                  <a:pt x="2416143" y="3719863"/>
                </a:lnTo>
                <a:lnTo>
                  <a:pt x="2796817" y="4100537"/>
                </a:lnTo>
                <a:lnTo>
                  <a:pt x="3620331" y="3278306"/>
                </a:lnTo>
                <a:close/>
                <a:moveTo>
                  <a:pt x="1197855" y="3278306"/>
                </a:moveTo>
                <a:lnTo>
                  <a:pt x="2020727" y="4101178"/>
                </a:lnTo>
                <a:lnTo>
                  <a:pt x="2401403" y="3720504"/>
                </a:lnTo>
                <a:lnTo>
                  <a:pt x="2401403" y="3278306"/>
                </a:lnTo>
                <a:close/>
                <a:moveTo>
                  <a:pt x="9394542" y="2441334"/>
                </a:moveTo>
                <a:lnTo>
                  <a:pt x="8571669" y="3263565"/>
                </a:lnTo>
                <a:lnTo>
                  <a:pt x="9775217" y="3263565"/>
                </a:lnTo>
                <a:lnTo>
                  <a:pt x="9775217" y="2822008"/>
                </a:lnTo>
                <a:close/>
                <a:moveTo>
                  <a:pt x="6936818" y="2441334"/>
                </a:moveTo>
                <a:lnTo>
                  <a:pt x="6113945" y="3263565"/>
                </a:lnTo>
                <a:lnTo>
                  <a:pt x="7317493" y="3263565"/>
                </a:lnTo>
                <a:lnTo>
                  <a:pt x="7317493" y="2822008"/>
                </a:lnTo>
                <a:close/>
                <a:moveTo>
                  <a:pt x="4478452" y="2441334"/>
                </a:moveTo>
                <a:lnTo>
                  <a:pt x="3655579" y="3263565"/>
                </a:lnTo>
                <a:lnTo>
                  <a:pt x="4859127" y="3263565"/>
                </a:lnTo>
                <a:lnTo>
                  <a:pt x="4859127" y="2822008"/>
                </a:lnTo>
                <a:close/>
                <a:moveTo>
                  <a:pt x="2020727" y="2441334"/>
                </a:moveTo>
                <a:lnTo>
                  <a:pt x="1197855" y="3263565"/>
                </a:lnTo>
                <a:lnTo>
                  <a:pt x="2401403" y="3263565"/>
                </a:lnTo>
                <a:lnTo>
                  <a:pt x="2401403" y="2822008"/>
                </a:lnTo>
                <a:close/>
                <a:moveTo>
                  <a:pt x="5255183" y="2440693"/>
                </a:moveTo>
                <a:lnTo>
                  <a:pt x="4874509" y="2821368"/>
                </a:lnTo>
                <a:lnTo>
                  <a:pt x="4874509" y="3262924"/>
                </a:lnTo>
                <a:lnTo>
                  <a:pt x="6078056" y="3262924"/>
                </a:lnTo>
                <a:close/>
                <a:moveTo>
                  <a:pt x="2797458" y="2440693"/>
                </a:moveTo>
                <a:lnTo>
                  <a:pt x="2416143" y="2821368"/>
                </a:lnTo>
                <a:lnTo>
                  <a:pt x="2416143" y="3262924"/>
                </a:lnTo>
                <a:lnTo>
                  <a:pt x="3619692" y="3262924"/>
                </a:lnTo>
                <a:close/>
                <a:moveTo>
                  <a:pt x="10171273" y="2440052"/>
                </a:moveTo>
                <a:lnTo>
                  <a:pt x="9790597" y="2821368"/>
                </a:lnTo>
                <a:lnTo>
                  <a:pt x="9790597" y="3262924"/>
                </a:lnTo>
                <a:lnTo>
                  <a:pt x="10994146" y="3262924"/>
                </a:lnTo>
                <a:close/>
                <a:moveTo>
                  <a:pt x="7712907" y="2440052"/>
                </a:moveTo>
                <a:lnTo>
                  <a:pt x="7332234" y="2821368"/>
                </a:lnTo>
                <a:lnTo>
                  <a:pt x="7332234" y="3262924"/>
                </a:lnTo>
                <a:lnTo>
                  <a:pt x="8535780" y="3262924"/>
                </a:lnTo>
                <a:close/>
                <a:moveTo>
                  <a:pt x="9782908" y="2052328"/>
                </a:moveTo>
                <a:lnTo>
                  <a:pt x="9404796" y="2430439"/>
                </a:lnTo>
                <a:lnTo>
                  <a:pt x="9782908" y="2808550"/>
                </a:lnTo>
                <a:lnTo>
                  <a:pt x="10161019" y="2430439"/>
                </a:lnTo>
                <a:close/>
                <a:moveTo>
                  <a:pt x="7325184" y="2052328"/>
                </a:moveTo>
                <a:lnTo>
                  <a:pt x="6947071" y="2430439"/>
                </a:lnTo>
                <a:lnTo>
                  <a:pt x="7325184" y="2808550"/>
                </a:lnTo>
                <a:lnTo>
                  <a:pt x="7703295" y="2430439"/>
                </a:lnTo>
                <a:close/>
                <a:moveTo>
                  <a:pt x="4867460" y="2052328"/>
                </a:moveTo>
                <a:lnTo>
                  <a:pt x="4489347" y="2430439"/>
                </a:lnTo>
                <a:lnTo>
                  <a:pt x="4867460" y="2808550"/>
                </a:lnTo>
                <a:lnTo>
                  <a:pt x="5245571" y="2430439"/>
                </a:lnTo>
                <a:close/>
                <a:moveTo>
                  <a:pt x="2409094" y="2052328"/>
                </a:moveTo>
                <a:lnTo>
                  <a:pt x="2030981" y="2430439"/>
                </a:lnTo>
                <a:lnTo>
                  <a:pt x="2409094" y="2808550"/>
                </a:lnTo>
                <a:lnTo>
                  <a:pt x="2787204" y="2430439"/>
                </a:lnTo>
                <a:close/>
                <a:moveTo>
                  <a:pt x="11011449" y="1600517"/>
                </a:moveTo>
                <a:lnTo>
                  <a:pt x="10181527" y="2430439"/>
                </a:lnTo>
                <a:lnTo>
                  <a:pt x="11011449" y="3260361"/>
                </a:lnTo>
                <a:lnTo>
                  <a:pt x="11841371" y="2430439"/>
                </a:lnTo>
                <a:close/>
                <a:moveTo>
                  <a:pt x="8553725" y="1600517"/>
                </a:moveTo>
                <a:lnTo>
                  <a:pt x="7723803" y="2430439"/>
                </a:lnTo>
                <a:lnTo>
                  <a:pt x="8553725" y="3260361"/>
                </a:lnTo>
                <a:lnTo>
                  <a:pt x="9383647" y="2430439"/>
                </a:lnTo>
                <a:close/>
                <a:moveTo>
                  <a:pt x="6096000" y="1599875"/>
                </a:moveTo>
                <a:lnTo>
                  <a:pt x="5266078" y="2430439"/>
                </a:lnTo>
                <a:lnTo>
                  <a:pt x="6096000" y="3260361"/>
                </a:lnTo>
                <a:lnTo>
                  <a:pt x="6925923" y="2430439"/>
                </a:lnTo>
                <a:close/>
                <a:moveTo>
                  <a:pt x="3638276" y="1599875"/>
                </a:moveTo>
                <a:lnTo>
                  <a:pt x="2807712" y="2430439"/>
                </a:lnTo>
                <a:lnTo>
                  <a:pt x="3637635" y="3260361"/>
                </a:lnTo>
                <a:lnTo>
                  <a:pt x="4468198" y="2430439"/>
                </a:lnTo>
                <a:close/>
                <a:moveTo>
                  <a:pt x="1179910" y="1599875"/>
                </a:moveTo>
                <a:lnTo>
                  <a:pt x="349988" y="2430439"/>
                </a:lnTo>
                <a:lnTo>
                  <a:pt x="1179910" y="3260361"/>
                </a:lnTo>
                <a:lnTo>
                  <a:pt x="2009834" y="2430439"/>
                </a:lnTo>
                <a:close/>
                <a:moveTo>
                  <a:pt x="8571669" y="1597312"/>
                </a:moveTo>
                <a:lnTo>
                  <a:pt x="9394542" y="2419544"/>
                </a:lnTo>
                <a:lnTo>
                  <a:pt x="9775217" y="2038870"/>
                </a:lnTo>
                <a:lnTo>
                  <a:pt x="9775217" y="1597312"/>
                </a:lnTo>
                <a:close/>
                <a:moveTo>
                  <a:pt x="6113945" y="1597312"/>
                </a:moveTo>
                <a:lnTo>
                  <a:pt x="6936818" y="2419544"/>
                </a:lnTo>
                <a:lnTo>
                  <a:pt x="7317493" y="2038870"/>
                </a:lnTo>
                <a:lnTo>
                  <a:pt x="7317493" y="1597312"/>
                </a:lnTo>
                <a:close/>
                <a:moveTo>
                  <a:pt x="3655579" y="1597312"/>
                </a:moveTo>
                <a:lnTo>
                  <a:pt x="4478452" y="2419544"/>
                </a:lnTo>
                <a:lnTo>
                  <a:pt x="4859127" y="2038870"/>
                </a:lnTo>
                <a:lnTo>
                  <a:pt x="4859127" y="1597312"/>
                </a:lnTo>
                <a:close/>
                <a:moveTo>
                  <a:pt x="1197855" y="1597312"/>
                </a:moveTo>
                <a:lnTo>
                  <a:pt x="2020727" y="2419544"/>
                </a:lnTo>
                <a:lnTo>
                  <a:pt x="2401403" y="2038870"/>
                </a:lnTo>
                <a:lnTo>
                  <a:pt x="2401403" y="1597312"/>
                </a:lnTo>
                <a:close/>
                <a:moveTo>
                  <a:pt x="9790597" y="1596671"/>
                </a:moveTo>
                <a:lnTo>
                  <a:pt x="9790597" y="2038870"/>
                </a:lnTo>
                <a:lnTo>
                  <a:pt x="10171273" y="2419544"/>
                </a:lnTo>
                <a:lnTo>
                  <a:pt x="10994146" y="1596671"/>
                </a:lnTo>
                <a:close/>
                <a:moveTo>
                  <a:pt x="7332234" y="1596671"/>
                </a:moveTo>
                <a:lnTo>
                  <a:pt x="7332234" y="2038870"/>
                </a:lnTo>
                <a:lnTo>
                  <a:pt x="7712907" y="2419544"/>
                </a:lnTo>
                <a:lnTo>
                  <a:pt x="8535780" y="1596671"/>
                </a:lnTo>
                <a:close/>
                <a:moveTo>
                  <a:pt x="4874509" y="1596671"/>
                </a:moveTo>
                <a:lnTo>
                  <a:pt x="4874509" y="2038870"/>
                </a:lnTo>
                <a:lnTo>
                  <a:pt x="5255183" y="2419544"/>
                </a:lnTo>
                <a:lnTo>
                  <a:pt x="6078056" y="1596671"/>
                </a:lnTo>
                <a:close/>
                <a:moveTo>
                  <a:pt x="2416143" y="1596671"/>
                </a:moveTo>
                <a:lnTo>
                  <a:pt x="2416143" y="2038870"/>
                </a:lnTo>
                <a:lnTo>
                  <a:pt x="2796817" y="2419544"/>
                </a:lnTo>
                <a:lnTo>
                  <a:pt x="3619692" y="1596671"/>
                </a:lnTo>
                <a:close/>
                <a:moveTo>
                  <a:pt x="9394542" y="759699"/>
                </a:moveTo>
                <a:lnTo>
                  <a:pt x="8571669" y="1581931"/>
                </a:lnTo>
                <a:lnTo>
                  <a:pt x="9775217" y="1581931"/>
                </a:lnTo>
                <a:lnTo>
                  <a:pt x="9775217" y="1140373"/>
                </a:lnTo>
                <a:close/>
                <a:moveTo>
                  <a:pt x="6936818" y="759699"/>
                </a:moveTo>
                <a:lnTo>
                  <a:pt x="6113945" y="1581931"/>
                </a:lnTo>
                <a:lnTo>
                  <a:pt x="7317493" y="1581931"/>
                </a:lnTo>
                <a:lnTo>
                  <a:pt x="7317493" y="1140373"/>
                </a:lnTo>
                <a:close/>
                <a:moveTo>
                  <a:pt x="4478452" y="759699"/>
                </a:moveTo>
                <a:lnTo>
                  <a:pt x="3655579" y="1581931"/>
                </a:lnTo>
                <a:lnTo>
                  <a:pt x="4859127" y="1581931"/>
                </a:lnTo>
                <a:lnTo>
                  <a:pt x="4859127" y="1140373"/>
                </a:lnTo>
                <a:close/>
                <a:moveTo>
                  <a:pt x="2020727" y="759699"/>
                </a:moveTo>
                <a:lnTo>
                  <a:pt x="1197855" y="1581931"/>
                </a:lnTo>
                <a:lnTo>
                  <a:pt x="2401403" y="1581931"/>
                </a:lnTo>
                <a:lnTo>
                  <a:pt x="2401403" y="1140373"/>
                </a:lnTo>
                <a:close/>
                <a:moveTo>
                  <a:pt x="10171273" y="759058"/>
                </a:moveTo>
                <a:lnTo>
                  <a:pt x="9790597" y="1140373"/>
                </a:lnTo>
                <a:lnTo>
                  <a:pt x="9790597" y="1581931"/>
                </a:lnTo>
                <a:lnTo>
                  <a:pt x="10994146" y="1581931"/>
                </a:lnTo>
                <a:close/>
                <a:moveTo>
                  <a:pt x="7712907" y="759058"/>
                </a:moveTo>
                <a:lnTo>
                  <a:pt x="7332234" y="1140373"/>
                </a:lnTo>
                <a:lnTo>
                  <a:pt x="7332234" y="1581931"/>
                </a:lnTo>
                <a:lnTo>
                  <a:pt x="8535780" y="1581931"/>
                </a:lnTo>
                <a:close/>
                <a:moveTo>
                  <a:pt x="5255183" y="759058"/>
                </a:moveTo>
                <a:lnTo>
                  <a:pt x="4874509" y="1140373"/>
                </a:lnTo>
                <a:lnTo>
                  <a:pt x="4874509" y="1581931"/>
                </a:lnTo>
                <a:lnTo>
                  <a:pt x="6078056" y="1581931"/>
                </a:lnTo>
                <a:close/>
                <a:moveTo>
                  <a:pt x="2797458" y="759058"/>
                </a:moveTo>
                <a:lnTo>
                  <a:pt x="2416143" y="1140373"/>
                </a:lnTo>
                <a:lnTo>
                  <a:pt x="2416143" y="1581931"/>
                </a:lnTo>
                <a:lnTo>
                  <a:pt x="3619692" y="1581931"/>
                </a:lnTo>
                <a:close/>
                <a:moveTo>
                  <a:pt x="9782908" y="370693"/>
                </a:moveTo>
                <a:lnTo>
                  <a:pt x="9404796" y="748804"/>
                </a:lnTo>
                <a:lnTo>
                  <a:pt x="9782908" y="1126915"/>
                </a:lnTo>
                <a:lnTo>
                  <a:pt x="10161019" y="748804"/>
                </a:lnTo>
                <a:close/>
                <a:moveTo>
                  <a:pt x="7325184" y="370693"/>
                </a:moveTo>
                <a:lnTo>
                  <a:pt x="6947071" y="748804"/>
                </a:lnTo>
                <a:lnTo>
                  <a:pt x="7325184" y="1126915"/>
                </a:lnTo>
                <a:lnTo>
                  <a:pt x="7703295" y="748804"/>
                </a:lnTo>
                <a:close/>
                <a:moveTo>
                  <a:pt x="4867460" y="370693"/>
                </a:moveTo>
                <a:lnTo>
                  <a:pt x="4489347" y="748804"/>
                </a:lnTo>
                <a:lnTo>
                  <a:pt x="4867460" y="1126915"/>
                </a:lnTo>
                <a:lnTo>
                  <a:pt x="5245571" y="748804"/>
                </a:lnTo>
                <a:close/>
                <a:moveTo>
                  <a:pt x="2409094" y="370693"/>
                </a:moveTo>
                <a:lnTo>
                  <a:pt x="2030981" y="748804"/>
                </a:lnTo>
                <a:lnTo>
                  <a:pt x="2409094" y="1126915"/>
                </a:lnTo>
                <a:lnTo>
                  <a:pt x="2787204" y="748804"/>
                </a:lnTo>
                <a:close/>
                <a:moveTo>
                  <a:pt x="1077578" y="0"/>
                </a:moveTo>
                <a:lnTo>
                  <a:pt x="1098792" y="0"/>
                </a:lnTo>
                <a:lnTo>
                  <a:pt x="349988" y="748804"/>
                </a:lnTo>
                <a:lnTo>
                  <a:pt x="1179910" y="1578727"/>
                </a:lnTo>
                <a:lnTo>
                  <a:pt x="2009834" y="748804"/>
                </a:lnTo>
                <a:lnTo>
                  <a:pt x="1261028" y="0"/>
                </a:lnTo>
                <a:lnTo>
                  <a:pt x="1282177" y="0"/>
                </a:lnTo>
                <a:lnTo>
                  <a:pt x="2020727" y="738550"/>
                </a:lnTo>
                <a:lnTo>
                  <a:pt x="2401403" y="357875"/>
                </a:lnTo>
                <a:lnTo>
                  <a:pt x="2401403" y="0"/>
                </a:lnTo>
                <a:lnTo>
                  <a:pt x="2416143" y="0"/>
                </a:lnTo>
                <a:lnTo>
                  <a:pt x="2416143" y="357235"/>
                </a:lnTo>
                <a:lnTo>
                  <a:pt x="2796817" y="737909"/>
                </a:lnTo>
                <a:lnTo>
                  <a:pt x="3535877" y="0"/>
                </a:lnTo>
                <a:lnTo>
                  <a:pt x="3557095" y="0"/>
                </a:lnTo>
                <a:lnTo>
                  <a:pt x="2807712" y="748804"/>
                </a:lnTo>
                <a:lnTo>
                  <a:pt x="3637635" y="1578727"/>
                </a:lnTo>
                <a:lnTo>
                  <a:pt x="4468198" y="748804"/>
                </a:lnTo>
                <a:lnTo>
                  <a:pt x="3719394" y="0"/>
                </a:lnTo>
                <a:lnTo>
                  <a:pt x="3739902" y="0"/>
                </a:lnTo>
                <a:lnTo>
                  <a:pt x="4478452" y="738550"/>
                </a:lnTo>
                <a:lnTo>
                  <a:pt x="4859127" y="357875"/>
                </a:lnTo>
                <a:lnTo>
                  <a:pt x="4859127" y="0"/>
                </a:lnTo>
                <a:lnTo>
                  <a:pt x="4874509" y="0"/>
                </a:lnTo>
                <a:lnTo>
                  <a:pt x="4874509" y="357235"/>
                </a:lnTo>
                <a:lnTo>
                  <a:pt x="5255183" y="737909"/>
                </a:lnTo>
                <a:lnTo>
                  <a:pt x="5993668" y="0"/>
                </a:lnTo>
                <a:lnTo>
                  <a:pt x="6014882" y="0"/>
                </a:lnTo>
                <a:lnTo>
                  <a:pt x="5266078" y="748804"/>
                </a:lnTo>
                <a:lnTo>
                  <a:pt x="6096000" y="1579368"/>
                </a:lnTo>
                <a:lnTo>
                  <a:pt x="6925923" y="749445"/>
                </a:lnTo>
                <a:lnTo>
                  <a:pt x="6177056" y="0"/>
                </a:lnTo>
                <a:lnTo>
                  <a:pt x="6198267" y="0"/>
                </a:lnTo>
                <a:lnTo>
                  <a:pt x="6936818" y="738550"/>
                </a:lnTo>
                <a:lnTo>
                  <a:pt x="7317493" y="357875"/>
                </a:lnTo>
                <a:lnTo>
                  <a:pt x="7317493" y="0"/>
                </a:lnTo>
                <a:lnTo>
                  <a:pt x="7332873" y="0"/>
                </a:lnTo>
                <a:lnTo>
                  <a:pt x="7332873" y="357235"/>
                </a:lnTo>
                <a:lnTo>
                  <a:pt x="7332234" y="357235"/>
                </a:lnTo>
                <a:lnTo>
                  <a:pt x="7712907" y="737909"/>
                </a:lnTo>
                <a:lnTo>
                  <a:pt x="8451967" y="0"/>
                </a:lnTo>
                <a:lnTo>
                  <a:pt x="8472607" y="0"/>
                </a:lnTo>
                <a:lnTo>
                  <a:pt x="7723803" y="748804"/>
                </a:lnTo>
                <a:lnTo>
                  <a:pt x="8553725" y="1578727"/>
                </a:lnTo>
                <a:lnTo>
                  <a:pt x="9383647" y="748804"/>
                </a:lnTo>
                <a:lnTo>
                  <a:pt x="8634843" y="0"/>
                </a:lnTo>
                <a:lnTo>
                  <a:pt x="8655992" y="0"/>
                </a:lnTo>
                <a:lnTo>
                  <a:pt x="9394542" y="738550"/>
                </a:lnTo>
                <a:lnTo>
                  <a:pt x="9775217" y="357875"/>
                </a:lnTo>
                <a:lnTo>
                  <a:pt x="9775217" y="0"/>
                </a:lnTo>
                <a:lnTo>
                  <a:pt x="9790597" y="0"/>
                </a:lnTo>
                <a:lnTo>
                  <a:pt x="9790597" y="357235"/>
                </a:lnTo>
                <a:lnTo>
                  <a:pt x="10171273" y="737909"/>
                </a:lnTo>
                <a:lnTo>
                  <a:pt x="10909758" y="0"/>
                </a:lnTo>
                <a:lnTo>
                  <a:pt x="10930909" y="0"/>
                </a:lnTo>
                <a:lnTo>
                  <a:pt x="10181527" y="748804"/>
                </a:lnTo>
                <a:lnTo>
                  <a:pt x="11011449" y="1578727"/>
                </a:lnTo>
                <a:lnTo>
                  <a:pt x="11841371" y="748804"/>
                </a:lnTo>
                <a:lnTo>
                  <a:pt x="11093146" y="0"/>
                </a:lnTo>
                <a:lnTo>
                  <a:pt x="11114357" y="0"/>
                </a:lnTo>
                <a:lnTo>
                  <a:pt x="11852908" y="738550"/>
                </a:lnTo>
                <a:lnTo>
                  <a:pt x="12192000" y="399457"/>
                </a:lnTo>
                <a:lnTo>
                  <a:pt x="12192000" y="419966"/>
                </a:lnTo>
                <a:lnTo>
                  <a:pt x="11863162" y="748804"/>
                </a:lnTo>
                <a:lnTo>
                  <a:pt x="12192000" y="1077643"/>
                </a:lnTo>
                <a:lnTo>
                  <a:pt x="12192000" y="1098791"/>
                </a:lnTo>
                <a:lnTo>
                  <a:pt x="11852908" y="759699"/>
                </a:lnTo>
                <a:lnTo>
                  <a:pt x="11030035" y="1581931"/>
                </a:lnTo>
                <a:lnTo>
                  <a:pt x="12192000" y="1581931"/>
                </a:lnTo>
                <a:lnTo>
                  <a:pt x="12192000" y="1597312"/>
                </a:lnTo>
                <a:lnTo>
                  <a:pt x="11030035" y="1597312"/>
                </a:lnTo>
                <a:lnTo>
                  <a:pt x="11852908" y="2419544"/>
                </a:lnTo>
                <a:lnTo>
                  <a:pt x="12192000" y="2080452"/>
                </a:lnTo>
                <a:lnTo>
                  <a:pt x="12192000" y="2100959"/>
                </a:lnTo>
                <a:lnTo>
                  <a:pt x="11863162" y="2429798"/>
                </a:lnTo>
                <a:lnTo>
                  <a:pt x="12192000" y="2758636"/>
                </a:lnTo>
                <a:lnTo>
                  <a:pt x="12192000" y="2780426"/>
                </a:lnTo>
                <a:lnTo>
                  <a:pt x="11852908" y="2441334"/>
                </a:lnTo>
                <a:lnTo>
                  <a:pt x="11030035" y="3263565"/>
                </a:lnTo>
                <a:lnTo>
                  <a:pt x="12192000" y="3263565"/>
                </a:lnTo>
                <a:lnTo>
                  <a:pt x="12192000" y="3278306"/>
                </a:lnTo>
                <a:lnTo>
                  <a:pt x="11030035" y="3278306"/>
                </a:lnTo>
                <a:lnTo>
                  <a:pt x="11852908" y="4101178"/>
                </a:lnTo>
                <a:lnTo>
                  <a:pt x="12192000" y="3762086"/>
                </a:lnTo>
                <a:lnTo>
                  <a:pt x="12192000" y="3781953"/>
                </a:lnTo>
                <a:lnTo>
                  <a:pt x="11863162" y="4110791"/>
                </a:lnTo>
                <a:lnTo>
                  <a:pt x="12192000" y="4439631"/>
                </a:lnTo>
                <a:lnTo>
                  <a:pt x="12192000" y="4461419"/>
                </a:lnTo>
                <a:lnTo>
                  <a:pt x="11852908" y="4122327"/>
                </a:lnTo>
                <a:lnTo>
                  <a:pt x="11030035" y="4944558"/>
                </a:lnTo>
                <a:lnTo>
                  <a:pt x="12192000" y="4944558"/>
                </a:lnTo>
                <a:lnTo>
                  <a:pt x="12192000" y="4959940"/>
                </a:lnTo>
                <a:lnTo>
                  <a:pt x="11030035" y="4959940"/>
                </a:lnTo>
                <a:lnTo>
                  <a:pt x="11852908" y="5782171"/>
                </a:lnTo>
                <a:lnTo>
                  <a:pt x="12192000" y="5443080"/>
                </a:lnTo>
                <a:lnTo>
                  <a:pt x="12192000" y="5462946"/>
                </a:lnTo>
                <a:lnTo>
                  <a:pt x="11863162" y="5791784"/>
                </a:lnTo>
                <a:lnTo>
                  <a:pt x="12192000" y="6120624"/>
                </a:lnTo>
                <a:lnTo>
                  <a:pt x="12192000" y="6143053"/>
                </a:lnTo>
                <a:lnTo>
                  <a:pt x="11852908" y="5803961"/>
                </a:lnTo>
                <a:lnTo>
                  <a:pt x="11030035" y="6626193"/>
                </a:lnTo>
                <a:lnTo>
                  <a:pt x="12192000" y="6626193"/>
                </a:lnTo>
                <a:lnTo>
                  <a:pt x="12192000" y="6641575"/>
                </a:lnTo>
                <a:lnTo>
                  <a:pt x="11030035" y="6641575"/>
                </a:lnTo>
                <a:lnTo>
                  <a:pt x="11246629" y="6858000"/>
                </a:lnTo>
                <a:lnTo>
                  <a:pt x="11225311" y="6858000"/>
                </a:lnTo>
                <a:lnTo>
                  <a:pt x="11011449" y="6644138"/>
                </a:lnTo>
                <a:lnTo>
                  <a:pt x="10797587" y="6858000"/>
                </a:lnTo>
                <a:lnTo>
                  <a:pt x="10776438" y="6858000"/>
                </a:lnTo>
                <a:lnTo>
                  <a:pt x="10994146" y="6640292"/>
                </a:lnTo>
                <a:lnTo>
                  <a:pt x="9790597" y="6640292"/>
                </a:lnTo>
                <a:lnTo>
                  <a:pt x="9790597" y="6858000"/>
                </a:lnTo>
                <a:lnTo>
                  <a:pt x="9775217" y="6858000"/>
                </a:lnTo>
                <a:lnTo>
                  <a:pt x="9775217" y="6641575"/>
                </a:lnTo>
                <a:lnTo>
                  <a:pt x="8571669" y="6641575"/>
                </a:lnTo>
                <a:lnTo>
                  <a:pt x="8788263" y="6858000"/>
                </a:lnTo>
                <a:lnTo>
                  <a:pt x="8767587" y="6858000"/>
                </a:lnTo>
                <a:lnTo>
                  <a:pt x="8553725" y="6644138"/>
                </a:lnTo>
                <a:lnTo>
                  <a:pt x="8339863" y="6858000"/>
                </a:lnTo>
                <a:lnTo>
                  <a:pt x="8318072" y="6858000"/>
                </a:lnTo>
                <a:lnTo>
                  <a:pt x="8535780" y="6640292"/>
                </a:lnTo>
                <a:lnTo>
                  <a:pt x="7332234" y="6640292"/>
                </a:lnTo>
                <a:lnTo>
                  <a:pt x="7332234" y="6858000"/>
                </a:lnTo>
                <a:lnTo>
                  <a:pt x="7317493" y="6858000"/>
                </a:lnTo>
                <a:lnTo>
                  <a:pt x="7317493" y="6641575"/>
                </a:lnTo>
                <a:lnTo>
                  <a:pt x="6113945" y="6641575"/>
                </a:lnTo>
                <a:lnTo>
                  <a:pt x="6330539" y="6858000"/>
                </a:lnTo>
                <a:lnTo>
                  <a:pt x="6309862" y="6858000"/>
                </a:lnTo>
                <a:lnTo>
                  <a:pt x="6096000" y="6644138"/>
                </a:lnTo>
                <a:lnTo>
                  <a:pt x="5882138" y="6858000"/>
                </a:lnTo>
                <a:lnTo>
                  <a:pt x="5860348" y="6858000"/>
                </a:lnTo>
                <a:lnTo>
                  <a:pt x="6078056" y="6640292"/>
                </a:lnTo>
                <a:lnTo>
                  <a:pt x="4874509" y="6640292"/>
                </a:lnTo>
                <a:lnTo>
                  <a:pt x="4874509" y="6858000"/>
                </a:lnTo>
                <a:lnTo>
                  <a:pt x="4859127" y="6858000"/>
                </a:lnTo>
                <a:lnTo>
                  <a:pt x="4859127" y="6641575"/>
                </a:lnTo>
                <a:lnTo>
                  <a:pt x="3655579" y="6641575"/>
                </a:lnTo>
                <a:lnTo>
                  <a:pt x="3872173" y="6858000"/>
                </a:lnTo>
                <a:lnTo>
                  <a:pt x="3852138" y="6858000"/>
                </a:lnTo>
                <a:lnTo>
                  <a:pt x="3638276" y="6644138"/>
                </a:lnTo>
                <a:lnTo>
                  <a:pt x="3424249" y="6858000"/>
                </a:lnTo>
                <a:lnTo>
                  <a:pt x="3401983" y="6858000"/>
                </a:lnTo>
                <a:lnTo>
                  <a:pt x="3619692" y="6640292"/>
                </a:lnTo>
                <a:lnTo>
                  <a:pt x="2416143" y="6640292"/>
                </a:lnTo>
                <a:lnTo>
                  <a:pt x="2416143" y="6858000"/>
                </a:lnTo>
                <a:lnTo>
                  <a:pt x="2401403" y="6858000"/>
                </a:lnTo>
                <a:lnTo>
                  <a:pt x="2401403" y="6641575"/>
                </a:lnTo>
                <a:lnTo>
                  <a:pt x="1197855" y="6641575"/>
                </a:lnTo>
                <a:lnTo>
                  <a:pt x="1414448" y="6858000"/>
                </a:lnTo>
                <a:lnTo>
                  <a:pt x="1393772" y="6858000"/>
                </a:lnTo>
                <a:lnTo>
                  <a:pt x="1179910" y="6644138"/>
                </a:lnTo>
                <a:lnTo>
                  <a:pt x="966048" y="6858000"/>
                </a:lnTo>
                <a:lnTo>
                  <a:pt x="944259" y="6858000"/>
                </a:lnTo>
                <a:lnTo>
                  <a:pt x="1161967" y="6640292"/>
                </a:lnTo>
                <a:lnTo>
                  <a:pt x="0" y="6640292"/>
                </a:lnTo>
                <a:lnTo>
                  <a:pt x="0" y="6625553"/>
                </a:lnTo>
                <a:lnTo>
                  <a:pt x="1161967" y="6625553"/>
                </a:lnTo>
                <a:lnTo>
                  <a:pt x="339093" y="5803320"/>
                </a:lnTo>
                <a:lnTo>
                  <a:pt x="0" y="6142414"/>
                </a:lnTo>
                <a:lnTo>
                  <a:pt x="0" y="6121905"/>
                </a:lnTo>
                <a:lnTo>
                  <a:pt x="328839" y="5793066"/>
                </a:lnTo>
                <a:lnTo>
                  <a:pt x="0" y="5463681"/>
                </a:lnTo>
                <a:lnTo>
                  <a:pt x="0" y="5443080"/>
                </a:lnTo>
                <a:lnTo>
                  <a:pt x="339093" y="5782171"/>
                </a:lnTo>
                <a:lnTo>
                  <a:pt x="1161967" y="4959299"/>
                </a:lnTo>
                <a:lnTo>
                  <a:pt x="0" y="4959299"/>
                </a:lnTo>
                <a:lnTo>
                  <a:pt x="0" y="4944558"/>
                </a:lnTo>
                <a:lnTo>
                  <a:pt x="1161967" y="4944558"/>
                </a:lnTo>
                <a:lnTo>
                  <a:pt x="339093" y="4121686"/>
                </a:lnTo>
                <a:lnTo>
                  <a:pt x="0" y="4461350"/>
                </a:lnTo>
                <a:lnTo>
                  <a:pt x="0" y="4440271"/>
                </a:lnTo>
                <a:lnTo>
                  <a:pt x="328839" y="4111432"/>
                </a:lnTo>
                <a:lnTo>
                  <a:pt x="0" y="3782594"/>
                </a:lnTo>
                <a:lnTo>
                  <a:pt x="0" y="3761445"/>
                </a:lnTo>
                <a:lnTo>
                  <a:pt x="339093" y="4100537"/>
                </a:lnTo>
                <a:lnTo>
                  <a:pt x="1161967" y="3278306"/>
                </a:lnTo>
                <a:lnTo>
                  <a:pt x="0" y="3278306"/>
                </a:lnTo>
                <a:lnTo>
                  <a:pt x="0" y="3262924"/>
                </a:lnTo>
                <a:lnTo>
                  <a:pt x="1161967" y="3262924"/>
                </a:lnTo>
                <a:lnTo>
                  <a:pt x="339093" y="2440693"/>
                </a:lnTo>
                <a:lnTo>
                  <a:pt x="0" y="2779787"/>
                </a:lnTo>
                <a:lnTo>
                  <a:pt x="0" y="2759277"/>
                </a:lnTo>
                <a:lnTo>
                  <a:pt x="328839" y="2430439"/>
                </a:lnTo>
                <a:lnTo>
                  <a:pt x="0" y="2101053"/>
                </a:lnTo>
                <a:lnTo>
                  <a:pt x="0" y="2080451"/>
                </a:lnTo>
                <a:lnTo>
                  <a:pt x="339093" y="2419544"/>
                </a:lnTo>
                <a:lnTo>
                  <a:pt x="1161967" y="1596671"/>
                </a:lnTo>
                <a:lnTo>
                  <a:pt x="0" y="1596671"/>
                </a:lnTo>
                <a:lnTo>
                  <a:pt x="0" y="1581931"/>
                </a:lnTo>
                <a:lnTo>
                  <a:pt x="1161967" y="1581931"/>
                </a:lnTo>
                <a:lnTo>
                  <a:pt x="339093" y="759058"/>
                </a:lnTo>
                <a:lnTo>
                  <a:pt x="0" y="1098722"/>
                </a:lnTo>
                <a:lnTo>
                  <a:pt x="0" y="1077643"/>
                </a:lnTo>
                <a:lnTo>
                  <a:pt x="328839" y="748804"/>
                </a:lnTo>
                <a:lnTo>
                  <a:pt x="0" y="419966"/>
                </a:lnTo>
                <a:lnTo>
                  <a:pt x="0" y="398817"/>
                </a:lnTo>
                <a:lnTo>
                  <a:pt x="339093" y="737909"/>
                </a:lnTo>
                <a:close/>
              </a:path>
            </a:pathLst>
          </a:custGeom>
          <a:gradFill flip="none" rotWithShape="1">
            <a:gsLst>
              <a:gs pos="0">
                <a:srgbClr val="CCCED2">
                  <a:alpha val="30000"/>
                </a:srgbClr>
              </a:gs>
              <a:gs pos="100000">
                <a:srgbClr val="CCCED2">
                  <a:alpha val="0"/>
                </a:srgbClr>
              </a:gs>
            </a:gsLst>
            <a:lin ang="13500000" scaled="1"/>
            <a:tileRect/>
          </a:gradFill>
          <a:ln w="4048" cap="flat">
            <a:noFill/>
            <a:prstDash val="solid"/>
            <a:miter/>
          </a:ln>
        </p:spPr>
        <p:txBody>
          <a:bodyPr rtlCol="0" anchor="ctr"/>
          <a:lstStyle/>
          <a:p>
            <a:endParaRPr lang="ru-RU" b="0" i="0" dirty="0">
              <a:latin typeface="Onest" pitchFamily="2" charset="0"/>
            </a:endParaRPr>
          </a:p>
        </p:txBody>
      </p:sp>
      <p:sp>
        <p:nvSpPr>
          <p:cNvPr id="77" name="Заголовок 76">
            <a:extLst>
              <a:ext uri="{FF2B5EF4-FFF2-40B4-BE49-F238E27FC236}">
                <a16:creationId xmlns:a16="http://schemas.microsoft.com/office/drawing/2014/main" id="{6DF5E601-BDA1-358C-4BD3-6A43884654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3825" y="329585"/>
            <a:ext cx="9629775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ru-RU" sz="3200" b="0">
                <a:solidFill>
                  <a:srgbClr val="2D313C"/>
                </a:solidFill>
                <a:latin typeface="Arial Black" panose="020B0A04020102020204" pitchFamily="34" charset="0"/>
                <a:ea typeface="+mn-ea"/>
                <a:cs typeface="+mn-cs"/>
              </a:defRPr>
            </a:lvl1pPr>
          </a:lstStyle>
          <a:p>
            <a:pPr marL="0" lvl="0"/>
            <a:r>
              <a:rPr lang="ru-RU" dirty="0"/>
              <a:t>ОБРАЗЕЦ ЗАГОЛОВКА</a:t>
            </a:r>
          </a:p>
        </p:txBody>
      </p:sp>
      <p:sp>
        <p:nvSpPr>
          <p:cNvPr id="4" name="Номер слайда 5">
            <a:extLst>
              <a:ext uri="{FF2B5EF4-FFF2-40B4-BE49-F238E27FC236}">
                <a16:creationId xmlns:a16="http://schemas.microsoft.com/office/drawing/2014/main" id="{C3AFC9F5-F02F-3E98-414D-150764BA3D02}"/>
              </a:ext>
            </a:extLst>
          </p:cNvPr>
          <p:cNvSpPr txBox="1">
            <a:spLocks/>
          </p:cNvSpPr>
          <p:nvPr userDrawn="1"/>
        </p:nvSpPr>
        <p:spPr>
          <a:xfrm>
            <a:off x="11731024" y="6393821"/>
            <a:ext cx="562189" cy="261606"/>
          </a:xfrm>
          <a:prstGeom prst="rect">
            <a:avLst/>
          </a:prstGeom>
          <a:ln w="12700">
            <a:miter lim="400000"/>
          </a:ln>
        </p:spPr>
        <p:txBody>
          <a:bodyPr wrap="square" lIns="60958" tIns="60958" rIns="60958" bIns="60958" anchor="ctr">
            <a:spAutoFit/>
          </a:bodyPr>
          <a:lstStyle>
            <a:defPPr>
              <a:defRPr lang="ru-RU"/>
            </a:defPPr>
            <a:lvl1pPr algn="r" defTabSz="609509" hangingPunct="0">
              <a:defRPr kumimoji="0" sz="1100" b="0" i="0" u="none" strike="noStrike" kern="0" cap="none" spc="0" normalizeH="0" baseline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Onest" pitchFamily="2" charset="0"/>
                <a:ea typeface="Graphik Regular"/>
                <a:cs typeface="Graphik Regular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/>
            <a:fld id="{631B6C2F-D885-1747-93C4-42F2D0E0AD22}" type="slidenum">
              <a:rPr lang="ru-RU" sz="900" smtClean="0"/>
              <a:pPr lvl="0" algn="l"/>
              <a:t>‹#›</a:t>
            </a:fld>
            <a:endParaRPr lang="ru-RU" sz="900" dirty="0"/>
          </a:p>
        </p:txBody>
      </p:sp>
      <p:pic>
        <p:nvPicPr>
          <p:cNvPr id="20" name="Рисунок 1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0880" y="416496"/>
            <a:ext cx="1781696" cy="258346"/>
          </a:xfrm>
          <a:prstGeom prst="rect">
            <a:avLst/>
          </a:prstGeom>
        </p:spPr>
      </p:pic>
      <p:sp>
        <p:nvSpPr>
          <p:cNvPr id="7" name="Объект 6"/>
          <p:cNvSpPr>
            <a:spLocks noGrp="1"/>
          </p:cNvSpPr>
          <p:nvPr>
            <p:ph sz="quarter" idx="10"/>
          </p:nvPr>
        </p:nvSpPr>
        <p:spPr>
          <a:xfrm>
            <a:off x="123825" y="952500"/>
            <a:ext cx="11588750" cy="5702300"/>
          </a:xfrm>
          <a:prstGeom prst="rect">
            <a:avLst/>
          </a:prstGeom>
        </p:spPr>
        <p:txBody>
          <a:bodyPr/>
          <a:lstStyle>
            <a:lvl1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ru-RU" dirty="0" smtClean="0"/>
              <a:t>Образец текста</a:t>
            </a:r>
          </a:p>
          <a:p>
            <a:pPr lvl="1"/>
            <a:r>
              <a:rPr lang="ru-RU" dirty="0" smtClean="0"/>
              <a:t>Второй уровень</a:t>
            </a:r>
          </a:p>
          <a:p>
            <a:pPr lvl="2"/>
            <a:r>
              <a:rPr lang="ru-RU" dirty="0" smtClean="0"/>
              <a:t>Третий уровень</a:t>
            </a:r>
          </a:p>
          <a:p>
            <a:pPr lvl="3"/>
            <a:r>
              <a:rPr lang="ru-RU" dirty="0" smtClean="0"/>
              <a:t>Четвертый уровень</a:t>
            </a:r>
          </a:p>
          <a:p>
            <a:pPr lvl="4"/>
            <a:r>
              <a:rPr lang="ru-RU" dirty="0" smtClean="0"/>
              <a:t>Пятый уровень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97006647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4110">
          <p15:clr>
            <a:srgbClr val="FBAE40"/>
          </p15:clr>
        </p15:guide>
        <p15:guide id="2" pos="302">
          <p15:clr>
            <a:srgbClr val="FBAE40"/>
          </p15:clr>
        </p15:guide>
        <p15:guide id="3" pos="7378">
          <p15:clr>
            <a:srgbClr val="FBAE40"/>
          </p15:clr>
        </p15:guide>
        <p15:guide id="4" orient="horz" pos="958">
          <p15:clr>
            <a:srgbClr val="FBAE40"/>
          </p15:clr>
        </p15:guide>
        <p15:guide id="5" orient="horz" pos="255">
          <p15:clr>
            <a:srgbClr val="FBAE40"/>
          </p15:clr>
        </p15:guide>
        <p15:guide id="6" orient="horz" pos="73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6511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23" r:id="rId2"/>
    <p:sldLayoutId id="2147483756" r:id="rId3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02" userDrawn="1">
          <p15:clr>
            <a:srgbClr val="F26B43"/>
          </p15:clr>
        </p15:guide>
        <p15:guide id="2" orient="horz" pos="255" userDrawn="1">
          <p15:clr>
            <a:srgbClr val="F26B43"/>
          </p15:clr>
        </p15:guide>
        <p15:guide id="3" orient="horz" pos="4110" userDrawn="1">
          <p15:clr>
            <a:srgbClr val="F26B43"/>
          </p15:clr>
        </p15:guide>
        <p15:guide id="4" pos="529" userDrawn="1">
          <p15:clr>
            <a:srgbClr val="F26B43"/>
          </p15:clr>
        </p15:guide>
        <p15:guide id="5" pos="7378" userDrawn="1">
          <p15:clr>
            <a:srgbClr val="F26B43"/>
          </p15:clr>
        </p15:guide>
        <p15:guide id="6" orient="horz" pos="731" userDrawn="1">
          <p15:clr>
            <a:srgbClr val="F26B43"/>
          </p15:clr>
        </p15:guide>
        <p15:guide id="7" orient="horz" pos="95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hyperlink" Target="http://coverage.py/Istanbul" TargetMode="Externa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A3A280-97A9-84BC-3A02-09BCC431F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D9A16A72-9C55-C52E-A706-8F53F2234C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4081" y="2186660"/>
            <a:ext cx="10523729" cy="1421928"/>
          </a:xfrm>
        </p:spPr>
        <p:txBody>
          <a:bodyPr/>
          <a:lstStyle/>
          <a:p>
            <a:r>
              <a:rPr lang="ru-RU" dirty="0">
                <a:latin typeface="Arial Black" panose="020B0A04020102020204" pitchFamily="34" charset="0"/>
              </a:rPr>
              <a:t>КЕЙС-ЧЕМПИОНАТ</a:t>
            </a:r>
            <a:r>
              <a:rPr lang="ru-RU" spc="300" dirty="0">
                <a:latin typeface="Arial Black" panose="020B0A04020102020204" pitchFamily="34" charset="0"/>
              </a:rPr>
              <a:t/>
            </a:r>
            <a:br>
              <a:rPr lang="ru-RU" spc="300" dirty="0">
                <a:latin typeface="Arial Black" panose="020B0A04020102020204" pitchFamily="34" charset="0"/>
              </a:rPr>
            </a:br>
            <a:r>
              <a:rPr lang="ru-RU" dirty="0">
                <a:solidFill>
                  <a:srgbClr val="2D313C"/>
                </a:solidFill>
                <a:latin typeface="Arial Black" panose="020B0A04020102020204" pitchFamily="34" charset="0"/>
              </a:rPr>
              <a:t>AI Procurement Copilot</a:t>
            </a:r>
            <a:endParaRPr lang="ru-RU" spc="300" dirty="0">
              <a:solidFill>
                <a:srgbClr val="2D313C"/>
              </a:solidFill>
              <a:latin typeface="Arial Black" panose="020B0A04020102020204" pitchFamily="34" charset="0"/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003302F-003C-CEAA-875F-495D5597FCA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24082" y="4532820"/>
            <a:ext cx="7677149" cy="373692"/>
          </a:xfrm>
        </p:spPr>
        <p:txBody>
          <a:bodyPr/>
          <a:lstStyle/>
          <a:p>
            <a:pPr marL="15875" indent="-15875"/>
            <a:r>
              <a:rPr lang="ru-RU" dirty="0"/>
              <a:t>1 октября 2026 г.</a:t>
            </a:r>
          </a:p>
        </p:txBody>
      </p:sp>
    </p:spTree>
    <p:extLst>
      <p:ext uri="{BB962C8B-B14F-4D97-AF65-F5344CB8AC3E}">
        <p14:creationId xmlns:p14="http://schemas.microsoft.com/office/powerpoint/2010/main" val="3079388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199253-9F11-4410-91B3-8B25995E7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Arial Black" panose="020B0A04020102020204" pitchFamily="34" charset="0"/>
              </a:rPr>
              <a:t>Команда</a:t>
            </a:r>
            <a:endParaRPr lang="ru-RU" dirty="0">
              <a:latin typeface="Arial Black" panose="020B0A04020102020204" pitchFamily="34" charset="0"/>
            </a:endParaRPr>
          </a:p>
        </p:txBody>
      </p:sp>
      <p:sp>
        <p:nvSpPr>
          <p:cNvPr id="8" name="Объект 7"/>
          <p:cNvSpPr>
            <a:spLocks noGrp="1"/>
          </p:cNvSpPr>
          <p:nvPr>
            <p:ph sz="quarter" idx="10"/>
          </p:nvPr>
        </p:nvSpPr>
        <p:spPr>
          <a:xfrm>
            <a:off x="123824" y="952500"/>
            <a:ext cx="11877675" cy="5702300"/>
          </a:xfrm>
        </p:spPr>
        <p:txBody>
          <a:bodyPr/>
          <a:lstStyle/>
          <a:p>
            <a:pPr marL="0" indent="0">
              <a:buNone/>
            </a:pPr>
            <a:r>
              <a:rPr lang="ru-RU" dirty="0" smtClean="0"/>
              <a:t>Дирекция внешней </a:t>
            </a:r>
            <a:r>
              <a:rPr lang="en-US" dirty="0" smtClean="0"/>
              <a:t>IT-</a:t>
            </a:r>
            <a:r>
              <a:rPr lang="ru-RU" dirty="0" smtClean="0"/>
              <a:t>разработки</a:t>
            </a:r>
          </a:p>
          <a:p>
            <a:r>
              <a:rPr lang="ru-RU" dirty="0" smtClean="0"/>
              <a:t>Денис Кучерявенко </a:t>
            </a:r>
            <a:r>
              <a:rPr lang="ru-RU" dirty="0"/>
              <a:t>– </a:t>
            </a:r>
            <a:r>
              <a:rPr lang="ru-RU" dirty="0" smtClean="0"/>
              <a:t>Директор</a:t>
            </a:r>
          </a:p>
          <a:p>
            <a:r>
              <a:rPr lang="ru-RU" dirty="0" smtClean="0"/>
              <a:t>Евгений Скворцов – Заместитель директора</a:t>
            </a:r>
          </a:p>
          <a:p>
            <a:r>
              <a:rPr lang="ru-RU" dirty="0" smtClean="0"/>
              <a:t>Виктор Дзицкий – Руководитель отдела</a:t>
            </a:r>
          </a:p>
          <a:p>
            <a:r>
              <a:rPr lang="ru-RU" dirty="0" smtClean="0"/>
              <a:t>Николай Чапкин </a:t>
            </a:r>
            <a:r>
              <a:rPr lang="ru-RU" dirty="0"/>
              <a:t>- Заместитель руководителя </a:t>
            </a:r>
            <a:r>
              <a:rPr lang="ru-RU" dirty="0" smtClean="0"/>
              <a:t>разработки</a:t>
            </a:r>
            <a:endParaRPr lang="ru-RU" dirty="0"/>
          </a:p>
        </p:txBody>
      </p:sp>
      <p:pic>
        <p:nvPicPr>
          <p:cNvPr id="1026" name="Picture 2" descr="https://portal.rts-tender.ru/file/user-face/a07111e4-35e8-4021-a340-71f33ab64438/300.jpg?t=179066263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9092" y="2518390"/>
            <a:ext cx="1043596" cy="10435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s://portal.rts-tender.ru/file/user-face/862ff8c7-1d14-4377-bc36-3e94583816ed/300.jpg?t=179066263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77987" y="1996592"/>
            <a:ext cx="1043596" cy="10435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ttps://portal.rts-tender.ru/file/user-face/3bb949c5-413b-4127-b29c-67615aa9ceee/300.jpg?t=179066263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6882" y="1474794"/>
            <a:ext cx="1043596" cy="10435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ttps://portal.rts-tender.ru/file/user-face/58338c2e-1e54-41c9-a2dc-19268bed9170/300.jpg?t=179066263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4785" y="952500"/>
            <a:ext cx="1044588" cy="1044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7390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3825" y="329585"/>
            <a:ext cx="9629775" cy="535531"/>
          </a:xfrm>
        </p:spPr>
        <p:txBody>
          <a:bodyPr/>
          <a:lstStyle/>
          <a:p>
            <a:r>
              <a:rPr lang="ru-RU" dirty="0"/>
              <a:t>Задания </a:t>
            </a:r>
            <a:r>
              <a:rPr lang="ru-RU" dirty="0" smtClean="0"/>
              <a:t>кейс-чемпионата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quarter" idx="10"/>
          </p:nvPr>
        </p:nvSpPr>
        <p:spPr>
          <a:xfrm>
            <a:off x="0" y="2734407"/>
            <a:ext cx="12191999" cy="1679332"/>
          </a:xfrm>
        </p:spPr>
        <p:txBody>
          <a:bodyPr anchor="ctr"/>
          <a:lstStyle/>
          <a:p>
            <a:pPr marL="0" indent="0" algn="ctr">
              <a:buNone/>
            </a:pPr>
            <a:r>
              <a:rPr lang="ru-RU" b="1" dirty="0"/>
              <a:t>Интеллектуальный ИИ-ассистент тендерного специалиста</a:t>
            </a:r>
            <a:br>
              <a:rPr lang="ru-RU" b="1" dirty="0"/>
            </a:br>
            <a:r>
              <a:rPr lang="ru-RU" b="1" dirty="0"/>
              <a:t>(AI Procurement Copilot</a:t>
            </a:r>
            <a:r>
              <a:rPr lang="ru-RU" b="1" dirty="0" smtClean="0"/>
              <a:t>)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5426524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199253-9F11-4410-91B3-8B25995E7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Arial Black" panose="020B0A04020102020204" pitchFamily="34" charset="0"/>
              </a:rPr>
              <a:t>Описание</a:t>
            </a:r>
            <a:endParaRPr lang="ru-RU" dirty="0">
              <a:latin typeface="Arial Black" panose="020B0A04020102020204" pitchFamily="34" charset="0"/>
            </a:endParaRPr>
          </a:p>
        </p:txBody>
      </p:sp>
      <p:sp>
        <p:nvSpPr>
          <p:cNvPr id="8" name="Объект 7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ru-RU" dirty="0"/>
              <a:t>Специализация: Сфера государственных и корпоративных закупок в РФ (44-ФЗ и 223-ФЗ)</a:t>
            </a:r>
          </a:p>
          <a:p>
            <a:r>
              <a:rPr lang="ru-RU" dirty="0"/>
              <a:t>Формат мероприятия:</a:t>
            </a:r>
          </a:p>
          <a:p>
            <a:pPr lvl="1"/>
            <a:r>
              <a:rPr lang="ru-RU" dirty="0" smtClean="0"/>
              <a:t>Этап </a:t>
            </a:r>
            <a:r>
              <a:rPr lang="ru-RU" dirty="0"/>
              <a:t>1 (удалённо): 1 месяц на реализацию базового функционала</a:t>
            </a:r>
          </a:p>
          <a:p>
            <a:pPr lvl="1"/>
            <a:r>
              <a:rPr lang="ru-RU" dirty="0" smtClean="0"/>
              <a:t>Этап </a:t>
            </a:r>
            <a:r>
              <a:rPr lang="ru-RU" dirty="0"/>
              <a:t>2 (очно): 48 часов на дополнительное задание + защита решений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19491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3825" y="312000"/>
            <a:ext cx="9629775" cy="867930"/>
          </a:xfrm>
        </p:spPr>
        <p:txBody>
          <a:bodyPr/>
          <a:lstStyle/>
          <a:p>
            <a:r>
              <a:rPr lang="ru-RU" dirty="0" smtClean="0">
                <a:latin typeface="Arial Black" panose="020B0A04020102020204" pitchFamily="34" charset="0"/>
              </a:rPr>
              <a:t>ОБЩИЕ ТЕХНИЧЕСКИЕ ТРЕБОВАНИЯ</a:t>
            </a:r>
            <a:br>
              <a:rPr lang="ru-RU" dirty="0" smtClean="0">
                <a:latin typeface="Arial Black" panose="020B0A04020102020204" pitchFamily="34" charset="0"/>
              </a:rPr>
            </a:br>
            <a:r>
              <a:rPr lang="ru-RU" dirty="0" smtClean="0">
                <a:latin typeface="Arial Black" panose="020B0A04020102020204" pitchFamily="34" charset="0"/>
              </a:rPr>
              <a:t>(Единый стек для всех задач)</a:t>
            </a:r>
            <a:endParaRPr lang="ru-RU" dirty="0">
              <a:latin typeface="Arial Black" panose="020B0A04020102020204" pitchFamily="34" charset="0"/>
            </a:endParaRPr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3328110914"/>
              </p:ext>
            </p:extLst>
          </p:nvPr>
        </p:nvGraphicFramePr>
        <p:xfrm>
          <a:off x="123825" y="1257300"/>
          <a:ext cx="11588751" cy="5379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62917">
                  <a:extLst>
                    <a:ext uri="{9D8B030D-6E8A-4147-A177-3AD203B41FA5}">
                      <a16:colId xmlns:a16="http://schemas.microsoft.com/office/drawing/2014/main" val="2780023871"/>
                    </a:ext>
                  </a:extLst>
                </a:gridCol>
                <a:gridCol w="3862917">
                  <a:extLst>
                    <a:ext uri="{9D8B030D-6E8A-4147-A177-3AD203B41FA5}">
                      <a16:colId xmlns:a16="http://schemas.microsoft.com/office/drawing/2014/main" val="3615376660"/>
                    </a:ext>
                  </a:extLst>
                </a:gridCol>
                <a:gridCol w="3862917">
                  <a:extLst>
                    <a:ext uri="{9D8B030D-6E8A-4147-A177-3AD203B41FA5}">
                      <a16:colId xmlns:a16="http://schemas.microsoft.com/office/drawing/2014/main" val="14663295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000" b="1" dirty="0">
                          <a:solidFill>
                            <a:schemeClr val="bg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Слой</a:t>
                      </a:r>
                      <a:endParaRPr lang="ru-RU" sz="2000" dirty="0">
                        <a:solidFill>
                          <a:schemeClr val="bg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73025" marR="730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000" b="1" dirty="0">
                          <a:solidFill>
                            <a:schemeClr val="bg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Технологии</a:t>
                      </a:r>
                      <a:endParaRPr lang="ru-RU" sz="2000" dirty="0">
                        <a:solidFill>
                          <a:schemeClr val="bg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73025" marR="730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000" b="1" dirty="0">
                          <a:solidFill>
                            <a:schemeClr val="bg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Требования</a:t>
                      </a:r>
                      <a:endParaRPr lang="ru-RU" sz="2000" dirty="0">
                        <a:solidFill>
                          <a:schemeClr val="bg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73025" marR="73025" anchor="ctr"/>
                </a:tc>
                <a:extLst>
                  <a:ext uri="{0D108BD9-81ED-4DB2-BD59-A6C34878D82A}">
                    <a16:rowId xmlns:a16="http://schemas.microsoft.com/office/drawing/2014/main" val="20679941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1800" b="1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Фронтенд</a:t>
                      </a:r>
                      <a:endParaRPr lang="ru-RU" sz="18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73025" marR="730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800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React / Vue.js / Next.js</a:t>
                      </a:r>
                      <a:endParaRPr lang="ru-RU" sz="18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73025" marR="730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1800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SPA, адаптивный интерфейс, UX для не-технических пользователей</a:t>
                      </a:r>
                    </a:p>
                  </a:txBody>
                  <a:tcPr marL="73025" marR="73025"/>
                </a:tc>
                <a:extLst>
                  <a:ext uri="{0D108BD9-81ED-4DB2-BD59-A6C34878D82A}">
                    <a16:rowId xmlns:a16="http://schemas.microsoft.com/office/drawing/2014/main" val="41771375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1800" b="1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Бэкенд</a:t>
                      </a:r>
                      <a:endParaRPr lang="ru-RU" sz="18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73025" marR="730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800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Python (FastAPI/Django) </a:t>
                      </a:r>
                      <a:r>
                        <a:rPr lang="ru-RU" sz="1800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или</a:t>
                      </a:r>
                      <a:r>
                        <a:rPr lang="en-US" sz="1800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 Node.js</a:t>
                      </a:r>
                      <a:endParaRPr lang="ru-RU" sz="18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73025" marR="730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1800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REST API, бизнес-логика</a:t>
                      </a:r>
                    </a:p>
                  </a:txBody>
                  <a:tcPr marL="73025" marR="73025"/>
                </a:tc>
                <a:extLst>
                  <a:ext uri="{0D108BD9-81ED-4DB2-BD59-A6C34878D82A}">
                    <a16:rowId xmlns:a16="http://schemas.microsoft.com/office/drawing/2014/main" val="39529239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1800" b="1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Очереди</a:t>
                      </a:r>
                      <a:endParaRPr lang="ru-RU" sz="18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73025" marR="730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1800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Celery / RabbitMQ / Redis</a:t>
                      </a:r>
                    </a:p>
                  </a:txBody>
                  <a:tcPr marL="73025" marR="730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1800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Асинхронная обработка тяжёлых задач</a:t>
                      </a:r>
                    </a:p>
                  </a:txBody>
                  <a:tcPr marL="73025" marR="73025"/>
                </a:tc>
                <a:extLst>
                  <a:ext uri="{0D108BD9-81ED-4DB2-BD59-A6C34878D82A}">
                    <a16:rowId xmlns:a16="http://schemas.microsoft.com/office/drawing/2014/main" val="1022307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1800" b="1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База данных</a:t>
                      </a:r>
                      <a:endParaRPr lang="ru-RU" sz="18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73025" marR="730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1800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PostgreSQL</a:t>
                      </a:r>
                    </a:p>
                  </a:txBody>
                  <a:tcPr marL="73025" marR="730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1800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Хранение профилей, логов, метаданных</a:t>
                      </a:r>
                    </a:p>
                  </a:txBody>
                  <a:tcPr marL="73025" marR="73025"/>
                </a:tc>
                <a:extLst>
                  <a:ext uri="{0D108BD9-81ED-4DB2-BD59-A6C34878D82A}">
                    <a16:rowId xmlns:a16="http://schemas.microsoft.com/office/drawing/2014/main" val="3973749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1800" b="1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ИИ-слой</a:t>
                      </a:r>
                      <a:endParaRPr lang="ru-RU" sz="18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73025" marR="730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1800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pgvector / Qdrant / Pinecone</a:t>
                      </a:r>
                    </a:p>
                  </a:txBody>
                  <a:tcPr marL="73025" marR="730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1800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Векторный поиск, эмбеддинги документов</a:t>
                      </a:r>
                    </a:p>
                  </a:txBody>
                  <a:tcPr marL="73025" marR="73025"/>
                </a:tc>
                <a:extLst>
                  <a:ext uri="{0D108BD9-81ED-4DB2-BD59-A6C34878D82A}">
                    <a16:rowId xmlns:a16="http://schemas.microsoft.com/office/drawing/2014/main" val="3391629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5932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Требования к развёртыванию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ru-RU" dirty="0" smtClean="0"/>
              <a:t>Запуск одной командой: docker-compose up --build</a:t>
            </a:r>
          </a:p>
          <a:p>
            <a:r>
              <a:rPr lang="ru-RU" dirty="0" smtClean="0"/>
              <a:t>README.md с пошаговой инструкцией и примерами API-запросов</a:t>
            </a:r>
          </a:p>
          <a:p>
            <a:r>
              <a:rPr lang="ru-RU" dirty="0" smtClean="0"/>
              <a:t>Все решения в виде готового Docker-пакета</a:t>
            </a:r>
          </a:p>
          <a:p>
            <a:r>
              <a:rPr lang="ru-RU" dirty="0"/>
              <a:t>Обработка файла &gt;50 страниц </a:t>
            </a:r>
            <a:r>
              <a:rPr lang="ru-RU" dirty="0" smtClean="0"/>
              <a:t>не вызывает </a:t>
            </a:r>
            <a:r>
              <a:rPr lang="ru-RU" dirty="0"/>
              <a:t>таймаут (ошибка 504)</a:t>
            </a:r>
          </a:p>
          <a:p>
            <a:r>
              <a:rPr lang="ru-RU" dirty="0" smtClean="0"/>
              <a:t>Интерфейс не требует </a:t>
            </a:r>
            <a:r>
              <a:rPr lang="ru-RU" dirty="0"/>
              <a:t>технических знаний для </a:t>
            </a:r>
            <a:r>
              <a:rPr lang="ru-RU" dirty="0" smtClean="0"/>
              <a:t>использования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15384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Результат 1-го этапа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ru-RU" dirty="0" smtClean="0"/>
              <a:t>Готовое решение в репозитории</a:t>
            </a:r>
          </a:p>
          <a:p>
            <a:r>
              <a:rPr lang="ru-RU" dirty="0" smtClean="0"/>
              <a:t>Видео с презентацией команды, технического решения и работы приложения. Длина видео – не более 5 минут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564480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Общение с командами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ru-RU" dirty="0" smtClean="0"/>
              <a:t>Единый чат для решения технических вопросов</a:t>
            </a:r>
          </a:p>
          <a:p>
            <a:r>
              <a:rPr lang="ru-RU" dirty="0" smtClean="0"/>
              <a:t>Чаты по задачам для вопросов ме</a:t>
            </a:r>
            <a:r>
              <a:rPr lang="ru-RU" dirty="0"/>
              <a:t>н</a:t>
            </a:r>
            <a:r>
              <a:rPr lang="ru-RU" dirty="0" smtClean="0"/>
              <a:t>торам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634913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3825" y="329585"/>
            <a:ext cx="9629775" cy="978729"/>
          </a:xfrm>
        </p:spPr>
        <p:txBody>
          <a:bodyPr/>
          <a:lstStyle/>
          <a:p>
            <a:r>
              <a:rPr lang="ru-RU" dirty="0" smtClean="0"/>
              <a:t>Задача 1</a:t>
            </a:r>
            <a:r>
              <a:rPr lang="ru-RU" dirty="0"/>
              <a:t/>
            </a:r>
            <a:br>
              <a:rPr lang="ru-RU" dirty="0"/>
            </a:br>
            <a:r>
              <a:rPr lang="ru-RU" dirty="0" smtClean="0"/>
              <a:t>Светофор </a:t>
            </a:r>
            <a:r>
              <a:rPr lang="ru-RU" dirty="0"/>
              <a:t>рисков документов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quarter" idx="10"/>
          </p:nvPr>
        </p:nvSpPr>
        <p:spPr>
          <a:xfrm>
            <a:off x="123825" y="1308314"/>
            <a:ext cx="11588750" cy="5346486"/>
          </a:xfrm>
        </p:spPr>
        <p:txBody>
          <a:bodyPr/>
          <a:lstStyle/>
          <a:p>
            <a:r>
              <a:rPr lang="ru-RU" b="1" dirty="0"/>
              <a:t>Ключевые </a:t>
            </a:r>
            <a:r>
              <a:rPr lang="ru-RU" b="1" dirty="0" smtClean="0"/>
              <a:t>технологии: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ru-RU" dirty="0" smtClean="0"/>
              <a:t>RAG</a:t>
            </a:r>
            <a:r>
              <a:rPr lang="ru-RU" dirty="0"/>
              <a:t>, LLM, OCR, чек-листы, векторный </a:t>
            </a:r>
            <a:r>
              <a:rPr lang="ru-RU" dirty="0" smtClean="0"/>
              <a:t>поиск</a:t>
            </a:r>
            <a:endParaRPr lang="en-US" dirty="0"/>
          </a:p>
          <a:p>
            <a:r>
              <a:rPr lang="ru-RU" b="1" dirty="0"/>
              <a:t>Проблема</a:t>
            </a:r>
            <a:r>
              <a:rPr lang="ru-RU" b="1" dirty="0" smtClean="0"/>
              <a:t>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ru-RU" dirty="0" smtClean="0"/>
              <a:t>Тендерные </a:t>
            </a:r>
            <a:r>
              <a:rPr lang="ru-RU" dirty="0"/>
              <a:t>специалисты тратят часы на ручную проверку документации на наличие рисков, которые могут привести к попаданию компании в РНП (Реестр недобросовестных поставщиков</a:t>
            </a:r>
            <a:r>
              <a:rPr lang="ru-RU" dirty="0" smtClean="0"/>
              <a:t>)</a:t>
            </a:r>
            <a:endParaRPr lang="ru-RU" dirty="0"/>
          </a:p>
          <a:p>
            <a:r>
              <a:rPr lang="ru-RU" b="1" dirty="0"/>
              <a:t>Решение</a:t>
            </a:r>
            <a:r>
              <a:rPr lang="ru-RU" b="1" dirty="0" smtClean="0"/>
              <a:t>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ru-RU" dirty="0" smtClean="0"/>
              <a:t>Автоматическая </a:t>
            </a:r>
            <a:r>
              <a:rPr lang="ru-RU" dirty="0"/>
              <a:t>система проверки входящих документов с настраиваемыми правилами и визуализацией рисков в формате «светофора</a:t>
            </a:r>
            <a:r>
              <a:rPr lang="ru-RU" dirty="0" smtClean="0"/>
              <a:t>»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894573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3825" y="329585"/>
            <a:ext cx="9629775" cy="978729"/>
          </a:xfrm>
        </p:spPr>
        <p:txBody>
          <a:bodyPr/>
          <a:lstStyle/>
          <a:p>
            <a:r>
              <a:rPr lang="ru-RU" dirty="0" smtClean="0"/>
              <a:t>Задача 1</a:t>
            </a:r>
            <a:br>
              <a:rPr lang="ru-RU" dirty="0" smtClean="0"/>
            </a:br>
            <a:r>
              <a:rPr lang="ru-RU" dirty="0"/>
              <a:t>Примерный </a:t>
            </a:r>
            <a:r>
              <a:rPr lang="ru-RU" dirty="0" err="1"/>
              <a:t>ворфлоу</a:t>
            </a:r>
            <a:r>
              <a:rPr lang="ru-RU" dirty="0"/>
              <a:t> </a:t>
            </a:r>
            <a:r>
              <a:rPr lang="ru-RU" dirty="0" smtClean="0"/>
              <a:t>задачи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quarter" idx="10"/>
          </p:nvPr>
        </p:nvSpPr>
        <p:spPr>
          <a:xfrm>
            <a:off x="123825" y="1308314"/>
            <a:ext cx="11588750" cy="5346486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ru-RU" dirty="0" smtClean="0"/>
              <a:t>Пользователь </a:t>
            </a:r>
            <a:r>
              <a:rPr lang="ru-RU" dirty="0"/>
              <a:t>загружает архив документации (.</a:t>
            </a:r>
            <a:r>
              <a:rPr lang="ru-RU" dirty="0" err="1"/>
              <a:t>zip</a:t>
            </a:r>
            <a:r>
              <a:rPr lang="ru-RU" dirty="0"/>
              <a:t>, .</a:t>
            </a:r>
            <a:r>
              <a:rPr lang="ru-RU" dirty="0" err="1"/>
              <a:t>pdf</a:t>
            </a:r>
            <a:r>
              <a:rPr lang="ru-RU" dirty="0"/>
              <a:t>, .</a:t>
            </a:r>
            <a:r>
              <a:rPr lang="ru-RU" dirty="0" err="1"/>
              <a:t>docx</a:t>
            </a:r>
            <a:r>
              <a:rPr lang="ru-RU" dirty="0"/>
              <a:t>) размером до 100 МБ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 smtClean="0"/>
              <a:t>Система </a:t>
            </a:r>
            <a:r>
              <a:rPr lang="ru-RU" dirty="0"/>
              <a:t>выполняет OCR для извлечения текста из сканов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 smtClean="0"/>
              <a:t>ИИ-модуль </a:t>
            </a:r>
            <a:r>
              <a:rPr lang="ru-RU" dirty="0"/>
              <a:t>применяет чек-лист рисков к тексту документов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 smtClean="0"/>
              <a:t>Система </a:t>
            </a:r>
            <a:r>
              <a:rPr lang="ru-RU" dirty="0"/>
              <a:t>цитирует проблемные места с указанием раздела документа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 smtClean="0"/>
              <a:t>Визуализация </a:t>
            </a:r>
            <a:r>
              <a:rPr lang="ru-RU" dirty="0"/>
              <a:t>результатов в формате «Светофор»: </a:t>
            </a:r>
            <a:r>
              <a:rPr lang="ru-RU" dirty="0" smtClean="0"/>
              <a:t>Красный </a:t>
            </a:r>
            <a:r>
              <a:rPr lang="ru-RU" dirty="0"/>
              <a:t>(критично), </a:t>
            </a:r>
            <a:r>
              <a:rPr lang="ru-RU" dirty="0" smtClean="0"/>
              <a:t>Ж</a:t>
            </a:r>
            <a:r>
              <a:rPr lang="en-US" dirty="0" smtClean="0"/>
              <a:t>e</a:t>
            </a:r>
            <a:r>
              <a:rPr lang="ru-RU" dirty="0" err="1" smtClean="0"/>
              <a:t>лтый</a:t>
            </a:r>
            <a:r>
              <a:rPr lang="ru-RU" dirty="0" smtClean="0"/>
              <a:t> </a:t>
            </a:r>
            <a:r>
              <a:rPr lang="ru-RU" dirty="0"/>
              <a:t>(внимание), </a:t>
            </a:r>
            <a:r>
              <a:rPr lang="ru-RU" dirty="0" err="1" smtClean="0"/>
              <a:t>Зел</a:t>
            </a:r>
            <a:r>
              <a:rPr lang="en-US" dirty="0" smtClean="0"/>
              <a:t>e</a:t>
            </a:r>
            <a:r>
              <a:rPr lang="ru-RU" dirty="0" err="1" smtClean="0"/>
              <a:t>ный</a:t>
            </a:r>
            <a:r>
              <a:rPr lang="ru-RU" dirty="0" smtClean="0"/>
              <a:t> </a:t>
            </a:r>
            <a:r>
              <a:rPr lang="ru-RU" dirty="0"/>
              <a:t>(без рисков)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 smtClean="0"/>
              <a:t>Асинхронная </a:t>
            </a:r>
            <a:r>
              <a:rPr lang="ru-RU" dirty="0"/>
              <a:t>обработка через очередь задач (Celery/Redis</a:t>
            </a:r>
            <a:r>
              <a:rPr lang="ru-RU" dirty="0" smtClean="0"/>
              <a:t>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326552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3825" y="329585"/>
            <a:ext cx="9629775" cy="978729"/>
          </a:xfrm>
        </p:spPr>
        <p:txBody>
          <a:bodyPr/>
          <a:lstStyle/>
          <a:p>
            <a:r>
              <a:rPr lang="ru-RU" dirty="0" smtClean="0"/>
              <a:t>Задача 1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ru-RU" dirty="0" smtClean="0"/>
              <a:t>Критерии приемки</a:t>
            </a:r>
            <a:endParaRPr lang="ru-RU" dirty="0"/>
          </a:p>
        </p:txBody>
      </p:sp>
      <p:graphicFrame>
        <p:nvGraphicFramePr>
          <p:cNvPr id="12" name="Объект 11"/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181253299"/>
              </p:ext>
            </p:extLst>
          </p:nvPr>
        </p:nvGraphicFramePr>
        <p:xfrm>
          <a:off x="123825" y="1308314"/>
          <a:ext cx="11605113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1637">
                  <a:extLst>
                    <a:ext uri="{9D8B030D-6E8A-4147-A177-3AD203B41FA5}">
                      <a16:colId xmlns:a16="http://schemas.microsoft.com/office/drawing/2014/main" val="3531476715"/>
                    </a:ext>
                  </a:extLst>
                </a:gridCol>
                <a:gridCol w="3376246">
                  <a:extLst>
                    <a:ext uri="{9D8B030D-6E8A-4147-A177-3AD203B41FA5}">
                      <a16:colId xmlns:a16="http://schemas.microsoft.com/office/drawing/2014/main" val="2389445013"/>
                    </a:ext>
                  </a:extLst>
                </a:gridCol>
                <a:gridCol w="7737230">
                  <a:extLst>
                    <a:ext uri="{9D8B030D-6E8A-4147-A177-3AD203B41FA5}">
                      <a16:colId xmlns:a16="http://schemas.microsoft.com/office/drawing/2014/main" val="4836052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 b="1" dirty="0">
                          <a:solidFill>
                            <a:schemeClr val="bg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№</a:t>
                      </a:r>
                      <a:endParaRPr lang="ru-RU" sz="2000" dirty="0">
                        <a:solidFill>
                          <a:schemeClr val="bg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73025" marR="730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 b="1" dirty="0">
                          <a:solidFill>
                            <a:schemeClr val="bg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Критерий</a:t>
                      </a:r>
                      <a:endParaRPr lang="ru-RU" sz="2000" dirty="0">
                        <a:solidFill>
                          <a:schemeClr val="bg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73025" marR="730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 b="1" dirty="0">
                          <a:solidFill>
                            <a:schemeClr val="bg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Метрика</a:t>
                      </a:r>
                      <a:endParaRPr lang="ru-RU" sz="2000" dirty="0">
                        <a:solidFill>
                          <a:schemeClr val="bg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73025" marR="73025" anchor="ctr"/>
                </a:tc>
                <a:extLst>
                  <a:ext uri="{0D108BD9-81ED-4DB2-BD59-A6C34878D82A}">
                    <a16:rowId xmlns:a16="http://schemas.microsoft.com/office/drawing/2014/main" val="3142159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1</a:t>
                      </a:r>
                    </a:p>
                  </a:txBody>
                  <a:tcPr marL="73025" marR="730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Обработка больших файлов</a:t>
                      </a:r>
                    </a:p>
                  </a:txBody>
                  <a:tcPr marL="73025" marR="730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Файл 50+ страниц без таймаута (ошибка 504)</a:t>
                      </a:r>
                    </a:p>
                  </a:txBody>
                  <a:tcPr marL="73025" marR="73025"/>
                </a:tc>
                <a:extLst>
                  <a:ext uri="{0D108BD9-81ED-4DB2-BD59-A6C34878D82A}">
                    <a16:rowId xmlns:a16="http://schemas.microsoft.com/office/drawing/2014/main" val="5148241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2</a:t>
                      </a:r>
                    </a:p>
                  </a:txBody>
                  <a:tcPr marL="73025" marR="730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 dirty="0" err="1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Настраиваемость</a:t>
                      </a:r>
                      <a:r>
                        <a:rPr lang="ru-RU" sz="2000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 правил</a:t>
                      </a:r>
                    </a:p>
                  </a:txBody>
                  <a:tcPr marL="73025" marR="730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Добавление нового правила риска без изменения кода</a:t>
                      </a:r>
                    </a:p>
                  </a:txBody>
                  <a:tcPr marL="73025" marR="73025"/>
                </a:tc>
                <a:extLst>
                  <a:ext uri="{0D108BD9-81ED-4DB2-BD59-A6C34878D82A}">
                    <a16:rowId xmlns:a16="http://schemas.microsoft.com/office/drawing/2014/main" val="32218819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3</a:t>
                      </a:r>
                    </a:p>
                  </a:txBody>
                  <a:tcPr marL="73025" marR="730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UX для не-технических пользователей</a:t>
                      </a:r>
                    </a:p>
                  </a:txBody>
                  <a:tcPr marL="73025" marR="730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Интерфейс понятен юристу/менеджеру без инструкций </a:t>
                      </a:r>
                    </a:p>
                  </a:txBody>
                  <a:tcPr marL="73025" marR="73025"/>
                </a:tc>
                <a:extLst>
                  <a:ext uri="{0D108BD9-81ED-4DB2-BD59-A6C34878D82A}">
                    <a16:rowId xmlns:a16="http://schemas.microsoft.com/office/drawing/2014/main" val="29002519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4</a:t>
                      </a:r>
                    </a:p>
                  </a:txBody>
                  <a:tcPr marL="73025" marR="730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Точность OCR</a:t>
                      </a:r>
                    </a:p>
                  </a:txBody>
                  <a:tcPr marL="73025" marR="730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Распознавание текста ≥ 95% для качественных сканов</a:t>
                      </a:r>
                    </a:p>
                  </a:txBody>
                  <a:tcPr marL="73025" marR="73025"/>
                </a:tc>
                <a:extLst>
                  <a:ext uri="{0D108BD9-81ED-4DB2-BD59-A6C34878D82A}">
                    <a16:rowId xmlns:a16="http://schemas.microsoft.com/office/drawing/2014/main" val="17494276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5</a:t>
                      </a:r>
                    </a:p>
                  </a:txBody>
                  <a:tcPr marL="73025" marR="730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Время обработки</a:t>
                      </a:r>
                    </a:p>
                  </a:txBody>
                  <a:tcPr marL="73025" marR="730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Обработка файла 20 страниц &lt; 2 минут</a:t>
                      </a:r>
                    </a:p>
                  </a:txBody>
                  <a:tcPr marL="73025" marR="73025"/>
                </a:tc>
                <a:extLst>
                  <a:ext uri="{0D108BD9-81ED-4DB2-BD59-A6C34878D82A}">
                    <a16:rowId xmlns:a16="http://schemas.microsoft.com/office/drawing/2014/main" val="26484788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6</a:t>
                      </a:r>
                    </a:p>
                  </a:txBody>
                  <a:tcPr marL="73025" marR="730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Цитирование</a:t>
                      </a:r>
                    </a:p>
                  </a:txBody>
                  <a:tcPr marL="73025" marR="730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Каждое замечание содержит ссылку на раздел документа</a:t>
                      </a:r>
                    </a:p>
                  </a:txBody>
                  <a:tcPr marL="73025" marR="73025"/>
                </a:tc>
                <a:extLst>
                  <a:ext uri="{0D108BD9-81ED-4DB2-BD59-A6C34878D82A}">
                    <a16:rowId xmlns:a16="http://schemas.microsoft.com/office/drawing/2014/main" val="8260307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7</a:t>
                      </a:r>
                    </a:p>
                  </a:txBody>
                  <a:tcPr marL="73025" marR="730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Архитектура</a:t>
                      </a:r>
                    </a:p>
                  </a:txBody>
                  <a:tcPr marL="73025" marR="730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Запуск через </a:t>
                      </a:r>
                      <a:r>
                        <a:rPr lang="en-US" sz="2000" dirty="0">
                          <a:solidFill>
                            <a:srgbClr val="333333"/>
                          </a:solidFill>
                          <a:effectLst/>
                          <a:latin typeface="Consolas" panose="020B0609020204030204" pitchFamily="49" charset="0"/>
                          <a:ea typeface="Consolas" panose="020B0609020204030204" pitchFamily="49" charset="0"/>
                          <a:cs typeface="Consolas" panose="020B0609020204030204" pitchFamily="49" charset="0"/>
                        </a:rPr>
                        <a:t>docker-compose up --build</a:t>
                      </a:r>
                      <a:endParaRPr lang="ru-RU" sz="20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73025" marR="73025"/>
                </a:tc>
                <a:extLst>
                  <a:ext uri="{0D108BD9-81ED-4DB2-BD59-A6C34878D82A}">
                    <a16:rowId xmlns:a16="http://schemas.microsoft.com/office/drawing/2014/main" val="30379148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4831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3825" y="329585"/>
            <a:ext cx="9629775" cy="978729"/>
          </a:xfrm>
        </p:spPr>
        <p:txBody>
          <a:bodyPr/>
          <a:lstStyle/>
          <a:p>
            <a:r>
              <a:rPr lang="ru-RU" dirty="0" smtClean="0"/>
              <a:t>Задача 2</a:t>
            </a:r>
            <a:br>
              <a:rPr lang="ru-RU" dirty="0" smtClean="0"/>
            </a:br>
            <a:r>
              <a:rPr lang="ru-RU" dirty="0" smtClean="0"/>
              <a:t>Классификатор </a:t>
            </a:r>
            <a:r>
              <a:rPr lang="ru-RU" dirty="0"/>
              <a:t>товаров по ПП № 1875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quarter" idx="10"/>
          </p:nvPr>
        </p:nvSpPr>
        <p:spPr>
          <a:xfrm>
            <a:off x="123825" y="1308314"/>
            <a:ext cx="11588750" cy="5346486"/>
          </a:xfrm>
        </p:spPr>
        <p:txBody>
          <a:bodyPr/>
          <a:lstStyle/>
          <a:p>
            <a:r>
              <a:rPr lang="ru-RU" b="1" dirty="0"/>
              <a:t>Ключевые технологии:</a:t>
            </a:r>
            <a:r>
              <a:rPr lang="en-US" dirty="0"/>
              <a:t/>
            </a:r>
            <a:br>
              <a:rPr lang="en-US" dirty="0"/>
            </a:br>
            <a:r>
              <a:rPr lang="ru-RU" dirty="0"/>
              <a:t>Векторные эмбеддинги, классификация</a:t>
            </a:r>
            <a:endParaRPr lang="ru-RU" b="1" dirty="0" smtClean="0"/>
          </a:p>
          <a:p>
            <a:r>
              <a:rPr lang="ru-RU" b="1" dirty="0" smtClean="0"/>
              <a:t>Проблема: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При </a:t>
            </a:r>
            <a:r>
              <a:rPr lang="ru-RU" dirty="0"/>
              <a:t>участии в закупках необходимо проверять товары на соответствие Постановлению Правительства № 1875 (правила </a:t>
            </a:r>
            <a:r>
              <a:rPr lang="ru-RU" dirty="0" err="1"/>
              <a:t>импортозамещения</a:t>
            </a:r>
            <a:r>
              <a:rPr lang="ru-RU" dirty="0" smtClean="0"/>
              <a:t>)</a:t>
            </a:r>
            <a:endParaRPr lang="ru-RU" dirty="0"/>
          </a:p>
          <a:p>
            <a:r>
              <a:rPr lang="ru-RU" b="1" dirty="0"/>
              <a:t>Решение</a:t>
            </a:r>
            <a:r>
              <a:rPr lang="ru-RU" b="1" dirty="0" smtClean="0"/>
              <a:t>: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Автоматическая </a:t>
            </a:r>
            <a:r>
              <a:rPr lang="ru-RU" dirty="0"/>
              <a:t>классификация товаров по кодам ПП № 1875 с использованием ИИ-моделей семантического </a:t>
            </a:r>
            <a:r>
              <a:rPr lang="ru-RU" dirty="0" smtClean="0"/>
              <a:t>поиска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899024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3825" y="329585"/>
            <a:ext cx="9629775" cy="978729"/>
          </a:xfrm>
        </p:spPr>
        <p:txBody>
          <a:bodyPr/>
          <a:lstStyle/>
          <a:p>
            <a:r>
              <a:rPr lang="ru-RU" dirty="0" smtClean="0"/>
              <a:t>Задача 2</a:t>
            </a:r>
            <a:r>
              <a:rPr lang="ru-RU" dirty="0"/>
              <a:t/>
            </a:r>
            <a:br>
              <a:rPr lang="ru-RU" dirty="0"/>
            </a:br>
            <a:r>
              <a:rPr lang="ru-RU" dirty="0"/>
              <a:t>Примерный </a:t>
            </a:r>
            <a:r>
              <a:rPr lang="ru-RU" dirty="0" err="1"/>
              <a:t>ворфлоу</a:t>
            </a:r>
            <a:r>
              <a:rPr lang="ru-RU" dirty="0"/>
              <a:t> задачи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quarter" idx="10"/>
          </p:nvPr>
        </p:nvSpPr>
        <p:spPr>
          <a:xfrm>
            <a:off x="123825" y="1308314"/>
            <a:ext cx="11588750" cy="5346485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ru-RU" dirty="0" smtClean="0"/>
              <a:t>Пользователь </a:t>
            </a:r>
            <a:r>
              <a:rPr lang="ru-RU" dirty="0"/>
              <a:t>вводит наименование товара (текстовое поле)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 smtClean="0"/>
              <a:t>ИИ-модуль </a:t>
            </a:r>
            <a:r>
              <a:rPr lang="ru-RU" dirty="0"/>
              <a:t>создаёт векторный </a:t>
            </a:r>
            <a:r>
              <a:rPr lang="ru-RU" dirty="0" err="1"/>
              <a:t>эмбеддинг</a:t>
            </a:r>
            <a:r>
              <a:rPr lang="ru-RU" dirty="0"/>
              <a:t> наименования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 smtClean="0"/>
              <a:t>Система </a:t>
            </a:r>
            <a:r>
              <a:rPr lang="ru-RU" dirty="0"/>
              <a:t>выполняет семантический поиск по локальной базе ПП № 1875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 smtClean="0"/>
              <a:t>Сопоставление </a:t>
            </a:r>
            <a:r>
              <a:rPr lang="ru-RU" dirty="0"/>
              <a:t>с кодом постановления с расчётом уверенности модели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 smtClean="0"/>
              <a:t>Вывод </a:t>
            </a:r>
            <a:r>
              <a:rPr lang="ru-RU" dirty="0"/>
              <a:t>результата: код товара по ПП № 1875, уверенность модели (%), ссылка на пункт постановления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 smtClean="0"/>
              <a:t>Поддержка </a:t>
            </a:r>
            <a:r>
              <a:rPr lang="ru-RU" dirty="0"/>
              <a:t>массовой обработки: до 100 товаров за один </a:t>
            </a:r>
            <a:r>
              <a:rPr lang="ru-RU" dirty="0" smtClean="0"/>
              <a:t>запрос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521227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3825" y="329585"/>
            <a:ext cx="9629775" cy="978729"/>
          </a:xfrm>
        </p:spPr>
        <p:txBody>
          <a:bodyPr/>
          <a:lstStyle/>
          <a:p>
            <a:r>
              <a:rPr lang="ru-RU" dirty="0"/>
              <a:t>Задача </a:t>
            </a:r>
            <a:r>
              <a:rPr lang="ru-RU" dirty="0" smtClean="0"/>
              <a:t>2</a:t>
            </a:r>
            <a:r>
              <a:rPr lang="en-US" dirty="0"/>
              <a:t/>
            </a:r>
            <a:br>
              <a:rPr lang="en-US" dirty="0"/>
            </a:br>
            <a:r>
              <a:rPr lang="ru-RU" dirty="0"/>
              <a:t>Критерии приемки</a:t>
            </a:r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2994209475"/>
              </p:ext>
            </p:extLst>
          </p:nvPr>
        </p:nvGraphicFramePr>
        <p:xfrm>
          <a:off x="123825" y="1308100"/>
          <a:ext cx="11588751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5598">
                  <a:extLst>
                    <a:ext uri="{9D8B030D-6E8A-4147-A177-3AD203B41FA5}">
                      <a16:colId xmlns:a16="http://schemas.microsoft.com/office/drawing/2014/main" val="3592453319"/>
                    </a:ext>
                  </a:extLst>
                </a:gridCol>
                <a:gridCol w="4158762">
                  <a:extLst>
                    <a:ext uri="{9D8B030D-6E8A-4147-A177-3AD203B41FA5}">
                      <a16:colId xmlns:a16="http://schemas.microsoft.com/office/drawing/2014/main" val="2446960246"/>
                    </a:ext>
                  </a:extLst>
                </a:gridCol>
                <a:gridCol w="6894391">
                  <a:extLst>
                    <a:ext uri="{9D8B030D-6E8A-4147-A177-3AD203B41FA5}">
                      <a16:colId xmlns:a16="http://schemas.microsoft.com/office/drawing/2014/main" val="42770338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 b="1" dirty="0">
                          <a:solidFill>
                            <a:schemeClr val="bg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№</a:t>
                      </a:r>
                      <a:endParaRPr lang="ru-RU" sz="2000" dirty="0">
                        <a:solidFill>
                          <a:schemeClr val="bg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73025" marR="730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 b="1">
                          <a:solidFill>
                            <a:schemeClr val="bg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Критерий</a:t>
                      </a:r>
                      <a:endParaRPr lang="ru-RU" sz="2000">
                        <a:solidFill>
                          <a:schemeClr val="bg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73025" marR="730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 b="1" dirty="0">
                          <a:solidFill>
                            <a:schemeClr val="bg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Метрика</a:t>
                      </a:r>
                      <a:endParaRPr lang="ru-RU" sz="2000" dirty="0">
                        <a:solidFill>
                          <a:schemeClr val="bg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73025" marR="73025" anchor="ctr"/>
                </a:tc>
                <a:extLst>
                  <a:ext uri="{0D108BD9-81ED-4DB2-BD59-A6C34878D82A}">
                    <a16:rowId xmlns:a16="http://schemas.microsoft.com/office/drawing/2014/main" val="22814673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1</a:t>
                      </a:r>
                    </a:p>
                  </a:txBody>
                  <a:tcPr marL="73025" marR="730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Точность классификации</a:t>
                      </a:r>
                    </a:p>
                  </a:txBody>
                  <a:tcPr marL="73025" marR="730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≥ 85% на тестовом датасете (20 товаров)</a:t>
                      </a:r>
                    </a:p>
                  </a:txBody>
                  <a:tcPr marL="73025" marR="73025"/>
                </a:tc>
                <a:extLst>
                  <a:ext uri="{0D108BD9-81ED-4DB2-BD59-A6C34878D82A}">
                    <a16:rowId xmlns:a16="http://schemas.microsoft.com/office/drawing/2014/main" val="20685107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2</a:t>
                      </a:r>
                    </a:p>
                  </a:txBody>
                  <a:tcPr marL="73025" marR="730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Время ответа</a:t>
                      </a:r>
                    </a:p>
                  </a:txBody>
                  <a:tcPr marL="73025" marR="730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1 запрос &lt; 5 секунд</a:t>
                      </a:r>
                    </a:p>
                  </a:txBody>
                  <a:tcPr marL="73025" marR="73025"/>
                </a:tc>
                <a:extLst>
                  <a:ext uri="{0D108BD9-81ED-4DB2-BD59-A6C34878D82A}">
                    <a16:rowId xmlns:a16="http://schemas.microsoft.com/office/drawing/2014/main" val="25508099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3</a:t>
                      </a:r>
                    </a:p>
                  </a:txBody>
                  <a:tcPr marL="73025" marR="730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Массовая обработка</a:t>
                      </a:r>
                    </a:p>
                  </a:txBody>
                  <a:tcPr marL="73025" marR="730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100 товаров &lt; 2 минут</a:t>
                      </a:r>
                    </a:p>
                  </a:txBody>
                  <a:tcPr marL="73025" marR="73025"/>
                </a:tc>
                <a:extLst>
                  <a:ext uri="{0D108BD9-81ED-4DB2-BD59-A6C34878D82A}">
                    <a16:rowId xmlns:a16="http://schemas.microsoft.com/office/drawing/2014/main" val="3904346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4</a:t>
                      </a:r>
                    </a:p>
                  </a:txBody>
                  <a:tcPr marL="73025" marR="730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Обновление базы НПА</a:t>
                      </a:r>
                    </a:p>
                  </a:txBody>
                  <a:tcPr marL="73025" marR="730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Возможность обновить базу без передеплоя </a:t>
                      </a:r>
                    </a:p>
                  </a:txBody>
                  <a:tcPr marL="73025" marR="73025"/>
                </a:tc>
                <a:extLst>
                  <a:ext uri="{0D108BD9-81ED-4DB2-BD59-A6C34878D82A}">
                    <a16:rowId xmlns:a16="http://schemas.microsoft.com/office/drawing/2014/main" val="5421446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5</a:t>
                      </a:r>
                    </a:p>
                  </a:txBody>
                  <a:tcPr marL="73025" marR="730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Вывод уверенности</a:t>
                      </a:r>
                    </a:p>
                  </a:txBody>
                  <a:tcPr marL="73025" marR="730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Отображение % уверенности модели для каждого товара</a:t>
                      </a:r>
                    </a:p>
                  </a:txBody>
                  <a:tcPr marL="73025" marR="73025"/>
                </a:tc>
                <a:extLst>
                  <a:ext uri="{0D108BD9-81ED-4DB2-BD59-A6C34878D82A}">
                    <a16:rowId xmlns:a16="http://schemas.microsoft.com/office/drawing/2014/main" val="12844494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6</a:t>
                      </a:r>
                    </a:p>
                  </a:txBody>
                  <a:tcPr marL="73025" marR="730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Ссылки на НПА</a:t>
                      </a:r>
                    </a:p>
                  </a:txBody>
                  <a:tcPr marL="73025" marR="730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Каждый результат содержит ссылку на пункт постановления</a:t>
                      </a:r>
                    </a:p>
                  </a:txBody>
                  <a:tcPr marL="73025" marR="73025"/>
                </a:tc>
                <a:extLst>
                  <a:ext uri="{0D108BD9-81ED-4DB2-BD59-A6C34878D82A}">
                    <a16:rowId xmlns:a16="http://schemas.microsoft.com/office/drawing/2014/main" val="17086024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7</a:t>
                      </a:r>
                    </a:p>
                  </a:txBody>
                  <a:tcPr marL="73025" marR="730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Архитектура</a:t>
                      </a:r>
                    </a:p>
                  </a:txBody>
                  <a:tcPr marL="73025" marR="730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Запуск через </a:t>
                      </a:r>
                      <a:r>
                        <a:rPr lang="en-US" sz="2000" dirty="0">
                          <a:solidFill>
                            <a:srgbClr val="333333"/>
                          </a:solidFill>
                          <a:effectLst/>
                          <a:latin typeface="Consolas" panose="020B0609020204030204" pitchFamily="49" charset="0"/>
                          <a:ea typeface="Consolas" panose="020B0609020204030204" pitchFamily="49" charset="0"/>
                          <a:cs typeface="Consolas" panose="020B0609020204030204" pitchFamily="49" charset="0"/>
                        </a:rPr>
                        <a:t>docker-compose up --build</a:t>
                      </a:r>
                      <a:endParaRPr lang="ru-RU" sz="20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73025" marR="73025"/>
                </a:tc>
                <a:extLst>
                  <a:ext uri="{0D108BD9-81ED-4DB2-BD59-A6C34878D82A}">
                    <a16:rowId xmlns:a16="http://schemas.microsoft.com/office/drawing/2014/main" val="20501005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59887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3825" y="329585"/>
            <a:ext cx="9629775" cy="978729"/>
          </a:xfrm>
        </p:spPr>
        <p:txBody>
          <a:bodyPr/>
          <a:lstStyle/>
          <a:p>
            <a:r>
              <a:rPr lang="ru-RU" dirty="0" smtClean="0"/>
              <a:t>Задача </a:t>
            </a:r>
            <a:r>
              <a:rPr lang="ru-RU" dirty="0"/>
              <a:t>3</a:t>
            </a:r>
            <a:br>
              <a:rPr lang="ru-RU" dirty="0"/>
            </a:br>
            <a:r>
              <a:rPr lang="ru-RU" dirty="0"/>
              <a:t>Умный поиск товаров с ценами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quarter" idx="10"/>
          </p:nvPr>
        </p:nvSpPr>
        <p:spPr>
          <a:xfrm>
            <a:off x="123825" y="1308314"/>
            <a:ext cx="11588750" cy="5346486"/>
          </a:xfrm>
        </p:spPr>
        <p:txBody>
          <a:bodyPr/>
          <a:lstStyle/>
          <a:p>
            <a:r>
              <a:rPr lang="ru-RU" b="1" dirty="0"/>
              <a:t>Ключевые технологии:</a:t>
            </a:r>
            <a:r>
              <a:rPr lang="en-US" dirty="0"/>
              <a:t/>
            </a:r>
            <a:br>
              <a:rPr lang="en-US" dirty="0"/>
            </a:br>
            <a:r>
              <a:rPr lang="ru-RU" dirty="0"/>
              <a:t>Веб-</a:t>
            </a:r>
            <a:r>
              <a:rPr lang="ru-RU" dirty="0" err="1"/>
              <a:t>парсинг</a:t>
            </a:r>
            <a:r>
              <a:rPr lang="ru-RU" dirty="0"/>
              <a:t>, ИИ-очистка, анти-</a:t>
            </a:r>
            <a:r>
              <a:rPr lang="ru-RU" dirty="0" err="1"/>
              <a:t>детект</a:t>
            </a:r>
            <a:endParaRPr lang="ru-RU" b="1" dirty="0"/>
          </a:p>
          <a:p>
            <a:r>
              <a:rPr lang="ru-RU" b="1" dirty="0" smtClean="0"/>
              <a:t>Проблема: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При </a:t>
            </a:r>
            <a:r>
              <a:rPr lang="ru-RU" dirty="0"/>
              <a:t>обосновании НМЦК или оценке </a:t>
            </a:r>
            <a:r>
              <a:rPr lang="ru-RU" dirty="0" err="1"/>
              <a:t>маржинальности</a:t>
            </a:r>
            <a:r>
              <a:rPr lang="ru-RU" dirty="0"/>
              <a:t> лота необходимо быстро найти актуальные цены на товары из множества </a:t>
            </a:r>
            <a:r>
              <a:rPr lang="ru-RU" dirty="0" smtClean="0"/>
              <a:t>источников</a:t>
            </a:r>
            <a:endParaRPr lang="ru-RU" dirty="0"/>
          </a:p>
          <a:p>
            <a:r>
              <a:rPr lang="ru-RU" b="1" dirty="0" smtClean="0"/>
              <a:t>Решение: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Автоматический </a:t>
            </a:r>
            <a:r>
              <a:rPr lang="ru-RU" dirty="0"/>
              <a:t>поиск товаров по текстовому описанию с </a:t>
            </a:r>
            <a:r>
              <a:rPr lang="ru-RU" dirty="0" err="1"/>
              <a:t>парсингом</a:t>
            </a:r>
            <a:r>
              <a:rPr lang="ru-RU" dirty="0"/>
              <a:t> цен из открытых источников и ИИ-очисткой </a:t>
            </a:r>
            <a:r>
              <a:rPr lang="ru-RU" dirty="0" smtClean="0"/>
              <a:t>результатов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725094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3825" y="329585"/>
            <a:ext cx="9629775" cy="978729"/>
          </a:xfrm>
        </p:spPr>
        <p:txBody>
          <a:bodyPr/>
          <a:lstStyle/>
          <a:p>
            <a:r>
              <a:rPr lang="ru-RU" dirty="0" smtClean="0"/>
              <a:t>Задача </a:t>
            </a:r>
            <a:r>
              <a:rPr lang="ru-RU" dirty="0"/>
              <a:t>3</a:t>
            </a:r>
            <a:br>
              <a:rPr lang="ru-RU" dirty="0"/>
            </a:br>
            <a:r>
              <a:rPr lang="ru-RU" dirty="0"/>
              <a:t>Примерный </a:t>
            </a:r>
            <a:r>
              <a:rPr lang="ru-RU" dirty="0" err="1"/>
              <a:t>ворфлоу</a:t>
            </a:r>
            <a:r>
              <a:rPr lang="ru-RU" dirty="0"/>
              <a:t> задачи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quarter" idx="10"/>
          </p:nvPr>
        </p:nvSpPr>
        <p:spPr>
          <a:xfrm>
            <a:off x="123825" y="1308314"/>
            <a:ext cx="11588750" cy="5346485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ru-RU" dirty="0" smtClean="0"/>
              <a:t>Пользователь </a:t>
            </a:r>
            <a:r>
              <a:rPr lang="ru-RU" dirty="0"/>
              <a:t>вводит описание товара (например: «Ноутбук 15 дюймов, </a:t>
            </a:r>
            <a:r>
              <a:rPr lang="ru-RU" dirty="0" err="1"/>
              <a:t>Intel</a:t>
            </a:r>
            <a:r>
              <a:rPr lang="ru-RU" dirty="0"/>
              <a:t> </a:t>
            </a:r>
            <a:r>
              <a:rPr lang="ru-RU" dirty="0" err="1"/>
              <a:t>Core</a:t>
            </a:r>
            <a:r>
              <a:rPr lang="ru-RU" dirty="0"/>
              <a:t> i5, 16 ГБ RAM»)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 smtClean="0"/>
              <a:t>Система </a:t>
            </a:r>
            <a:r>
              <a:rPr lang="ru-RU" dirty="0"/>
              <a:t>параллельно </a:t>
            </a:r>
            <a:r>
              <a:rPr lang="ru-RU" dirty="0" err="1"/>
              <a:t>парсит</a:t>
            </a:r>
            <a:r>
              <a:rPr lang="ru-RU" dirty="0"/>
              <a:t> 3-5 источников: реестры контрактов ЕИС, 1-2 </a:t>
            </a:r>
            <a:r>
              <a:rPr lang="ru-RU" dirty="0" err="1"/>
              <a:t>маркетплейса</a:t>
            </a:r>
            <a:r>
              <a:rPr lang="ru-RU" dirty="0"/>
              <a:t>, сайты поставщиков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 smtClean="0"/>
              <a:t>Базовый </a:t>
            </a:r>
            <a:r>
              <a:rPr lang="ru-RU" dirty="0"/>
              <a:t>анти-</a:t>
            </a:r>
            <a:r>
              <a:rPr lang="ru-RU" dirty="0" err="1"/>
              <a:t>детект</a:t>
            </a:r>
            <a:r>
              <a:rPr lang="ru-RU" dirty="0"/>
              <a:t>: ротация </a:t>
            </a:r>
            <a:r>
              <a:rPr lang="ru-RU" dirty="0" err="1"/>
              <a:t>User-Agent</a:t>
            </a:r>
            <a:r>
              <a:rPr lang="ru-RU" dirty="0"/>
              <a:t>, рандомизация задержек (5-30 сек), использование 2-3 </a:t>
            </a:r>
            <a:r>
              <a:rPr lang="ru-RU" dirty="0" err="1"/>
              <a:t>proxy</a:t>
            </a:r>
            <a:r>
              <a:rPr lang="ru-RU" dirty="0"/>
              <a:t>-серверов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 smtClean="0"/>
              <a:t>ИИ-очистка </a:t>
            </a:r>
            <a:r>
              <a:rPr lang="ru-RU" dirty="0"/>
              <a:t>результатов: удаление нерелевантных позиций, группировка по моделям и характеристикам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 smtClean="0"/>
              <a:t>Вывод </a:t>
            </a:r>
            <a:r>
              <a:rPr lang="ru-RU" dirty="0"/>
              <a:t>таблицы с данными: наименование товара, цена, ссылка на источник, условия поставки, контакты поставщика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 smtClean="0"/>
              <a:t>Экспорт </a:t>
            </a:r>
            <a:r>
              <a:rPr lang="ru-RU" dirty="0"/>
              <a:t>результатов в JSON/CSV</a:t>
            </a:r>
          </a:p>
        </p:txBody>
      </p:sp>
    </p:spTree>
    <p:extLst>
      <p:ext uri="{BB962C8B-B14F-4D97-AF65-F5344CB8AC3E}">
        <p14:creationId xmlns:p14="http://schemas.microsoft.com/office/powerpoint/2010/main" val="9828089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3825" y="329585"/>
            <a:ext cx="9629775" cy="978729"/>
          </a:xfrm>
        </p:spPr>
        <p:txBody>
          <a:bodyPr/>
          <a:lstStyle/>
          <a:p>
            <a:r>
              <a:rPr lang="ru-RU" dirty="0"/>
              <a:t>Задача 3</a:t>
            </a:r>
            <a:r>
              <a:rPr lang="en-US" dirty="0"/>
              <a:t/>
            </a:r>
            <a:br>
              <a:rPr lang="en-US" dirty="0"/>
            </a:br>
            <a:r>
              <a:rPr lang="ru-RU" dirty="0"/>
              <a:t>Критерии приемки</a:t>
            </a:r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3283925610"/>
              </p:ext>
            </p:extLst>
          </p:nvPr>
        </p:nvGraphicFramePr>
        <p:xfrm>
          <a:off x="123825" y="1308100"/>
          <a:ext cx="11588751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6467">
                  <a:extLst>
                    <a:ext uri="{9D8B030D-6E8A-4147-A177-3AD203B41FA5}">
                      <a16:colId xmlns:a16="http://schemas.microsoft.com/office/drawing/2014/main" val="2434444547"/>
                    </a:ext>
                  </a:extLst>
                </a:gridCol>
                <a:gridCol w="3640016">
                  <a:extLst>
                    <a:ext uri="{9D8B030D-6E8A-4147-A177-3AD203B41FA5}">
                      <a16:colId xmlns:a16="http://schemas.microsoft.com/office/drawing/2014/main" val="824026838"/>
                    </a:ext>
                  </a:extLst>
                </a:gridCol>
                <a:gridCol w="7492268">
                  <a:extLst>
                    <a:ext uri="{9D8B030D-6E8A-4147-A177-3AD203B41FA5}">
                      <a16:colId xmlns:a16="http://schemas.microsoft.com/office/drawing/2014/main" val="24126682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 b="1" dirty="0">
                          <a:solidFill>
                            <a:schemeClr val="bg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№</a:t>
                      </a:r>
                      <a:endParaRPr lang="ru-RU" sz="2000" dirty="0">
                        <a:solidFill>
                          <a:schemeClr val="bg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73025" marR="730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 b="1">
                          <a:solidFill>
                            <a:schemeClr val="bg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Критерий</a:t>
                      </a:r>
                      <a:endParaRPr lang="ru-RU" sz="2000">
                        <a:solidFill>
                          <a:schemeClr val="bg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73025" marR="730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 b="1" dirty="0">
                          <a:solidFill>
                            <a:schemeClr val="bg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Метрика</a:t>
                      </a:r>
                      <a:endParaRPr lang="ru-RU" sz="2000" dirty="0">
                        <a:solidFill>
                          <a:schemeClr val="bg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73025" marR="73025" anchor="ctr"/>
                </a:tc>
                <a:extLst>
                  <a:ext uri="{0D108BD9-81ED-4DB2-BD59-A6C34878D82A}">
                    <a16:rowId xmlns:a16="http://schemas.microsoft.com/office/drawing/2014/main" val="30315995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1</a:t>
                      </a:r>
                    </a:p>
                  </a:txBody>
                  <a:tcPr marL="73025" marR="730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Количество источников</a:t>
                      </a:r>
                    </a:p>
                  </a:txBody>
                  <a:tcPr marL="73025" marR="730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Парсинг минимум 3 источников без блокировок</a:t>
                      </a:r>
                    </a:p>
                  </a:txBody>
                  <a:tcPr marL="73025" marR="73025"/>
                </a:tc>
                <a:extLst>
                  <a:ext uri="{0D108BD9-81ED-4DB2-BD59-A6C34878D82A}">
                    <a16:rowId xmlns:a16="http://schemas.microsoft.com/office/drawing/2014/main" val="37675769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2</a:t>
                      </a:r>
                    </a:p>
                  </a:txBody>
                  <a:tcPr marL="73025" marR="730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Структурирование данных</a:t>
                      </a:r>
                    </a:p>
                  </a:txBody>
                  <a:tcPr marL="73025" marR="730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Вывод в JSON/CSV с полями: цена, наименование, ссылка, условия</a:t>
                      </a:r>
                    </a:p>
                  </a:txBody>
                  <a:tcPr marL="73025" marR="73025"/>
                </a:tc>
                <a:extLst>
                  <a:ext uri="{0D108BD9-81ED-4DB2-BD59-A6C34878D82A}">
                    <a16:rowId xmlns:a16="http://schemas.microsoft.com/office/drawing/2014/main" val="22077896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3</a:t>
                      </a:r>
                    </a:p>
                  </a:txBody>
                  <a:tcPr marL="73025" marR="730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Анти-детект</a:t>
                      </a:r>
                    </a:p>
                  </a:txBody>
                  <a:tcPr marL="73025" marR="730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Ротация User-Agent, задержки 5-30 сек, 2-3 proxy</a:t>
                      </a:r>
                    </a:p>
                  </a:txBody>
                  <a:tcPr marL="73025" marR="73025"/>
                </a:tc>
                <a:extLst>
                  <a:ext uri="{0D108BD9-81ED-4DB2-BD59-A6C34878D82A}">
                    <a16:rowId xmlns:a16="http://schemas.microsoft.com/office/drawing/2014/main" val="28832979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4</a:t>
                      </a:r>
                    </a:p>
                  </a:txBody>
                  <a:tcPr marL="73025" marR="730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ИИ-очистка</a:t>
                      </a:r>
                    </a:p>
                  </a:txBody>
                  <a:tcPr marL="73025" marR="730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Удаление ≥ 90% нерелевантных результатов</a:t>
                      </a:r>
                    </a:p>
                  </a:txBody>
                  <a:tcPr marL="73025" marR="73025"/>
                </a:tc>
                <a:extLst>
                  <a:ext uri="{0D108BD9-81ED-4DB2-BD59-A6C34878D82A}">
                    <a16:rowId xmlns:a16="http://schemas.microsoft.com/office/drawing/2014/main" val="17006084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5</a:t>
                      </a:r>
                    </a:p>
                  </a:txBody>
                  <a:tcPr marL="73025" marR="730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Логирование ошибок</a:t>
                      </a:r>
                    </a:p>
                  </a:txBody>
                  <a:tcPr marL="73025" marR="730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Отслеживание неудачных запросов и изменений структуры сайтов</a:t>
                      </a:r>
                    </a:p>
                  </a:txBody>
                  <a:tcPr marL="73025" marR="73025"/>
                </a:tc>
                <a:extLst>
                  <a:ext uri="{0D108BD9-81ED-4DB2-BD59-A6C34878D82A}">
                    <a16:rowId xmlns:a16="http://schemas.microsoft.com/office/drawing/2014/main" val="4199306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6</a:t>
                      </a:r>
                    </a:p>
                  </a:txBody>
                  <a:tcPr marL="73025" marR="730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Планировщик задач</a:t>
                      </a:r>
                    </a:p>
                  </a:txBody>
                  <a:tcPr marL="73025" marR="730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Настройка периодичности сбора данных (раз в сутки</a:t>
                      </a:r>
                      <a:r>
                        <a:rPr lang="ru-RU" sz="2000" dirty="0" smtClean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)</a:t>
                      </a:r>
                      <a:endParaRPr lang="ru-RU" sz="20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73025" marR="73025"/>
                </a:tc>
                <a:extLst>
                  <a:ext uri="{0D108BD9-81ED-4DB2-BD59-A6C34878D82A}">
                    <a16:rowId xmlns:a16="http://schemas.microsoft.com/office/drawing/2014/main" val="39749332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000" dirty="0" smtClean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7</a:t>
                      </a:r>
                      <a:endParaRPr lang="ru-RU" sz="20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73025" marR="730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 dirty="0" smtClean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Архитектура</a:t>
                      </a:r>
                      <a:endParaRPr lang="ru-RU" sz="20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73025" marR="730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000" dirty="0" err="1" smtClean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Запуск</a:t>
                      </a:r>
                      <a:r>
                        <a:rPr lang="en-US" sz="2000" dirty="0" smtClean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 </a:t>
                      </a:r>
                      <a:r>
                        <a:rPr lang="en-US" sz="2000" dirty="0" err="1" smtClean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через</a:t>
                      </a:r>
                      <a:r>
                        <a:rPr lang="en-US" sz="2000" dirty="0" smtClean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 docker-compose up --build</a:t>
                      </a:r>
                      <a:endParaRPr lang="ru-RU" sz="20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73025" marR="73025"/>
                </a:tc>
                <a:extLst>
                  <a:ext uri="{0D108BD9-81ED-4DB2-BD59-A6C34878D82A}">
                    <a16:rowId xmlns:a16="http://schemas.microsoft.com/office/drawing/2014/main" val="12426886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57946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3825" y="329585"/>
            <a:ext cx="9629775" cy="978729"/>
          </a:xfrm>
        </p:spPr>
        <p:txBody>
          <a:bodyPr/>
          <a:lstStyle/>
          <a:p>
            <a:r>
              <a:rPr lang="ru-RU" dirty="0" smtClean="0"/>
              <a:t>Задача 4</a:t>
            </a:r>
            <a:br>
              <a:rPr lang="ru-RU" dirty="0" smtClean="0"/>
            </a:br>
            <a:r>
              <a:rPr lang="ru-RU" dirty="0" err="1"/>
              <a:t>Скоринг</a:t>
            </a:r>
            <a:r>
              <a:rPr lang="ru-RU" dirty="0"/>
              <a:t> закупки по параметрам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quarter" idx="10"/>
          </p:nvPr>
        </p:nvSpPr>
        <p:spPr>
          <a:xfrm>
            <a:off x="123825" y="1308314"/>
            <a:ext cx="11588750" cy="5346486"/>
          </a:xfrm>
        </p:spPr>
        <p:txBody>
          <a:bodyPr/>
          <a:lstStyle/>
          <a:p>
            <a:r>
              <a:rPr lang="ru-RU" b="1" dirty="0"/>
              <a:t>Ключевые технологии:</a:t>
            </a:r>
            <a:r>
              <a:rPr lang="ru-RU" dirty="0"/>
              <a:t/>
            </a:r>
            <a:br>
              <a:rPr lang="ru-RU" dirty="0"/>
            </a:br>
            <a:r>
              <a:rPr lang="ru-RU" dirty="0" err="1"/>
              <a:t>Парсинг</a:t>
            </a:r>
            <a:r>
              <a:rPr lang="ru-RU" dirty="0"/>
              <a:t> ЕИС, интеграция ЕГРЮЛ</a:t>
            </a:r>
            <a:endParaRPr lang="en-US" dirty="0" smtClean="0"/>
          </a:p>
          <a:p>
            <a:r>
              <a:rPr lang="ru-RU" b="1" dirty="0" smtClean="0"/>
              <a:t>Проблема: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ru-RU" dirty="0" smtClean="0"/>
              <a:t>Компании-поставщики </a:t>
            </a:r>
            <a:r>
              <a:rPr lang="ru-RU" dirty="0"/>
              <a:t>ежедневно анализируют сотни закупок из ЕИС. Ручная оценка привлекательности каждой закупки занимает часы.</a:t>
            </a:r>
          </a:p>
          <a:p>
            <a:r>
              <a:rPr lang="ru-RU" b="1" dirty="0" smtClean="0"/>
              <a:t>Решение:</a:t>
            </a:r>
            <a:r>
              <a:rPr lang="en-US" dirty="0"/>
              <a:t/>
            </a:r>
            <a:br>
              <a:rPr lang="en-US" dirty="0"/>
            </a:br>
            <a:r>
              <a:rPr lang="ru-RU" dirty="0" smtClean="0"/>
              <a:t>Автоматический </a:t>
            </a:r>
            <a:r>
              <a:rPr lang="ru-RU" dirty="0" err="1"/>
              <a:t>скоринг</a:t>
            </a:r>
            <a:r>
              <a:rPr lang="ru-RU" dirty="0"/>
              <a:t> закупок на основе данных из ЕИС, информации об организации из ЕГРЮЛ и заданных параметров оценки.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328174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3825" y="329585"/>
            <a:ext cx="9629775" cy="978729"/>
          </a:xfrm>
        </p:spPr>
        <p:txBody>
          <a:bodyPr/>
          <a:lstStyle/>
          <a:p>
            <a:r>
              <a:rPr lang="ru-RU" dirty="0" smtClean="0"/>
              <a:t>Задача 4</a:t>
            </a:r>
            <a:r>
              <a:rPr lang="ru-RU" dirty="0"/>
              <a:t/>
            </a:r>
            <a:br>
              <a:rPr lang="ru-RU" dirty="0"/>
            </a:br>
            <a:r>
              <a:rPr lang="ru-RU" dirty="0"/>
              <a:t>Примерный </a:t>
            </a:r>
            <a:r>
              <a:rPr lang="ru-RU" dirty="0" err="1"/>
              <a:t>ворфлоу</a:t>
            </a:r>
            <a:r>
              <a:rPr lang="ru-RU" dirty="0"/>
              <a:t> задачи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quarter" idx="10"/>
          </p:nvPr>
        </p:nvSpPr>
        <p:spPr>
          <a:xfrm>
            <a:off x="123825" y="1308314"/>
            <a:ext cx="11588750" cy="5346485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ru-RU" dirty="0" smtClean="0"/>
              <a:t>Пользователь </a:t>
            </a:r>
            <a:r>
              <a:rPr lang="ru-RU" dirty="0"/>
              <a:t>загружает: выгрузку из ЕИС (.</a:t>
            </a:r>
            <a:r>
              <a:rPr lang="ru-RU" dirty="0" err="1"/>
              <a:t>xml</a:t>
            </a:r>
            <a:r>
              <a:rPr lang="ru-RU" dirty="0"/>
              <a:t>/.</a:t>
            </a:r>
            <a:r>
              <a:rPr lang="ru-RU" dirty="0" err="1"/>
              <a:t>json</a:t>
            </a:r>
            <a:r>
              <a:rPr lang="ru-RU" dirty="0"/>
              <a:t>), данные из ЕГРЮЛ (по ИНН), текстовую формулировку параметров </a:t>
            </a:r>
            <a:r>
              <a:rPr lang="ru-RU" dirty="0" err="1"/>
              <a:t>скоринга</a:t>
            </a:r>
            <a:endParaRPr lang="ru-RU" dirty="0"/>
          </a:p>
          <a:p>
            <a:pPr marL="514350" indent="-514350">
              <a:buFont typeface="+mj-lt"/>
              <a:buAutoNum type="arabicPeriod"/>
            </a:pPr>
            <a:r>
              <a:rPr lang="ru-RU" dirty="0" smtClean="0"/>
              <a:t>Система </a:t>
            </a:r>
            <a:r>
              <a:rPr lang="ru-RU" dirty="0" err="1"/>
              <a:t>парсит</a:t>
            </a:r>
            <a:r>
              <a:rPr lang="ru-RU" dirty="0"/>
              <a:t> ЕИС и извлекает ключевые параметры: НМЦК, тип процедуры, регион, сроки поставки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 smtClean="0"/>
              <a:t>Интеграция </a:t>
            </a:r>
            <a:r>
              <a:rPr lang="ru-RU" dirty="0"/>
              <a:t>с ЕГРЮЛ: получение данных об организации (ИНН, ОГРН, статус, виды деятельности)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 smtClean="0"/>
              <a:t>ИИ-</a:t>
            </a:r>
            <a:r>
              <a:rPr lang="ru-RU" dirty="0" err="1" smtClean="0"/>
              <a:t>скоринг</a:t>
            </a:r>
            <a:r>
              <a:rPr lang="ru-RU" dirty="0"/>
              <a:t>: расчёт оценки по заданным параметрам (0-100%)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 smtClean="0"/>
              <a:t>Вывод </a:t>
            </a:r>
            <a:r>
              <a:rPr lang="ru-RU" dirty="0"/>
              <a:t>результатов: таблица с параметрами закупки, итоговая оценка (%), </a:t>
            </a:r>
            <a:r>
              <a:rPr lang="ru-RU" dirty="0" smtClean="0"/>
              <a:t>рекомендация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039880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3825" y="329585"/>
            <a:ext cx="9629775" cy="978729"/>
          </a:xfrm>
        </p:spPr>
        <p:txBody>
          <a:bodyPr/>
          <a:lstStyle/>
          <a:p>
            <a:r>
              <a:rPr lang="ru-RU" dirty="0"/>
              <a:t>Задача </a:t>
            </a:r>
            <a:r>
              <a:rPr lang="ru-RU" dirty="0" smtClean="0"/>
              <a:t>4</a:t>
            </a:r>
            <a:r>
              <a:rPr lang="en-US" dirty="0"/>
              <a:t/>
            </a:r>
            <a:br>
              <a:rPr lang="en-US" dirty="0"/>
            </a:br>
            <a:r>
              <a:rPr lang="ru-RU" dirty="0"/>
              <a:t>Критерии приемки</a:t>
            </a:r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929001269"/>
              </p:ext>
            </p:extLst>
          </p:nvPr>
        </p:nvGraphicFramePr>
        <p:xfrm>
          <a:off x="123825" y="1308100"/>
          <a:ext cx="11588751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0429">
                  <a:extLst>
                    <a:ext uri="{9D8B030D-6E8A-4147-A177-3AD203B41FA5}">
                      <a16:colId xmlns:a16="http://schemas.microsoft.com/office/drawing/2014/main" val="3766933450"/>
                    </a:ext>
                  </a:extLst>
                </a:gridCol>
                <a:gridCol w="3982915">
                  <a:extLst>
                    <a:ext uri="{9D8B030D-6E8A-4147-A177-3AD203B41FA5}">
                      <a16:colId xmlns:a16="http://schemas.microsoft.com/office/drawing/2014/main" val="1649974400"/>
                    </a:ext>
                  </a:extLst>
                </a:gridCol>
                <a:gridCol w="7105407">
                  <a:extLst>
                    <a:ext uri="{9D8B030D-6E8A-4147-A177-3AD203B41FA5}">
                      <a16:colId xmlns:a16="http://schemas.microsoft.com/office/drawing/2014/main" val="309277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 b="1">
                          <a:solidFill>
                            <a:schemeClr val="bg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№</a:t>
                      </a:r>
                      <a:endParaRPr lang="ru-RU" sz="2000">
                        <a:solidFill>
                          <a:schemeClr val="bg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73025" marR="730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 b="1">
                          <a:solidFill>
                            <a:schemeClr val="bg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Критерий</a:t>
                      </a:r>
                      <a:endParaRPr lang="ru-RU" sz="2000">
                        <a:solidFill>
                          <a:schemeClr val="bg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73025" marR="730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 b="1" dirty="0">
                          <a:solidFill>
                            <a:schemeClr val="bg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Метрика</a:t>
                      </a:r>
                      <a:endParaRPr lang="ru-RU" sz="2000" dirty="0">
                        <a:solidFill>
                          <a:schemeClr val="bg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73025" marR="73025" anchor="ctr"/>
                </a:tc>
                <a:extLst>
                  <a:ext uri="{0D108BD9-81ED-4DB2-BD59-A6C34878D82A}">
                    <a16:rowId xmlns:a16="http://schemas.microsoft.com/office/drawing/2014/main" val="36836402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1</a:t>
                      </a:r>
                    </a:p>
                  </a:txBody>
                  <a:tcPr marL="73025" marR="730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Парсинг ЕИС</a:t>
                      </a:r>
                    </a:p>
                  </a:txBody>
                  <a:tcPr marL="73025" marR="730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Корректное извлечение всех ключевых параметров закупки</a:t>
                      </a:r>
                    </a:p>
                  </a:txBody>
                  <a:tcPr marL="73025" marR="73025"/>
                </a:tc>
                <a:extLst>
                  <a:ext uri="{0D108BD9-81ED-4DB2-BD59-A6C34878D82A}">
                    <a16:rowId xmlns:a16="http://schemas.microsoft.com/office/drawing/2014/main" val="23609828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2</a:t>
                      </a:r>
                    </a:p>
                  </a:txBody>
                  <a:tcPr marL="73025" marR="730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Интеграция ЕГРЮЛ</a:t>
                      </a:r>
                    </a:p>
                  </a:txBody>
                  <a:tcPr marL="73025" marR="730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Получение данных об организации по ИНН</a:t>
                      </a:r>
                    </a:p>
                  </a:txBody>
                  <a:tcPr marL="73025" marR="73025"/>
                </a:tc>
                <a:extLst>
                  <a:ext uri="{0D108BD9-81ED-4DB2-BD59-A6C34878D82A}">
                    <a16:rowId xmlns:a16="http://schemas.microsoft.com/office/drawing/2014/main" val="29363866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3</a:t>
                      </a:r>
                    </a:p>
                  </a:txBody>
                  <a:tcPr marL="73025" marR="730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Настраиваемость параметров</a:t>
                      </a:r>
                    </a:p>
                  </a:txBody>
                  <a:tcPr marL="73025" marR="730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Изменение параметров </a:t>
                      </a:r>
                      <a:r>
                        <a:rPr lang="ru-RU" sz="2000" dirty="0" err="1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скоринга</a:t>
                      </a:r>
                      <a:r>
                        <a:rPr lang="ru-RU" sz="2000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 без изменения кода</a:t>
                      </a:r>
                    </a:p>
                  </a:txBody>
                  <a:tcPr marL="73025" marR="73025"/>
                </a:tc>
                <a:extLst>
                  <a:ext uri="{0D108BD9-81ED-4DB2-BD59-A6C34878D82A}">
                    <a16:rowId xmlns:a16="http://schemas.microsoft.com/office/drawing/2014/main" val="2892937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4</a:t>
                      </a:r>
                    </a:p>
                  </a:txBody>
                  <a:tcPr marL="73025" marR="730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Время расчёта</a:t>
                      </a:r>
                    </a:p>
                  </a:txBody>
                  <a:tcPr marL="73025" marR="730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 dirty="0" err="1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Скоринг</a:t>
                      </a:r>
                      <a:r>
                        <a:rPr lang="ru-RU" sz="2000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 одной закупки &lt; 10 секунд</a:t>
                      </a:r>
                    </a:p>
                  </a:txBody>
                  <a:tcPr marL="73025" marR="73025"/>
                </a:tc>
                <a:extLst>
                  <a:ext uri="{0D108BD9-81ED-4DB2-BD59-A6C34878D82A}">
                    <a16:rowId xmlns:a16="http://schemas.microsoft.com/office/drawing/2014/main" val="42879543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5</a:t>
                      </a:r>
                    </a:p>
                  </a:txBody>
                  <a:tcPr marL="73025" marR="730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Вывод рекомендации</a:t>
                      </a:r>
                    </a:p>
                  </a:txBody>
                  <a:tcPr marL="73025" marR="730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Обоснование рекомендации ссылками на параметрам</a:t>
                      </a:r>
                    </a:p>
                  </a:txBody>
                  <a:tcPr marL="73025" marR="73025"/>
                </a:tc>
                <a:extLst>
                  <a:ext uri="{0D108BD9-81ED-4DB2-BD59-A6C34878D82A}">
                    <a16:rowId xmlns:a16="http://schemas.microsoft.com/office/drawing/2014/main" val="5964032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6</a:t>
                      </a:r>
                    </a:p>
                  </a:txBody>
                  <a:tcPr marL="73025" marR="730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Точность скоринга</a:t>
                      </a:r>
                    </a:p>
                  </a:txBody>
                  <a:tcPr marL="73025" marR="730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Соответствие оценки тестовым сценариям (≥ 80%)</a:t>
                      </a:r>
                    </a:p>
                  </a:txBody>
                  <a:tcPr marL="73025" marR="73025"/>
                </a:tc>
                <a:extLst>
                  <a:ext uri="{0D108BD9-81ED-4DB2-BD59-A6C34878D82A}">
                    <a16:rowId xmlns:a16="http://schemas.microsoft.com/office/drawing/2014/main" val="26971915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7</a:t>
                      </a:r>
                    </a:p>
                  </a:txBody>
                  <a:tcPr marL="73025" marR="730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Архитектура</a:t>
                      </a:r>
                    </a:p>
                  </a:txBody>
                  <a:tcPr marL="73025" marR="730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Запуск через </a:t>
                      </a:r>
                      <a:r>
                        <a:rPr lang="en-US" sz="2000" dirty="0">
                          <a:solidFill>
                            <a:srgbClr val="333333"/>
                          </a:solidFill>
                          <a:effectLst/>
                          <a:latin typeface="Consolas" panose="020B0609020204030204" pitchFamily="49" charset="0"/>
                          <a:ea typeface="Consolas" panose="020B0609020204030204" pitchFamily="49" charset="0"/>
                          <a:cs typeface="Consolas" panose="020B0609020204030204" pitchFamily="49" charset="0"/>
                        </a:rPr>
                        <a:t>docker-compose up --build</a:t>
                      </a:r>
                      <a:endParaRPr lang="ru-RU" sz="20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73025" marR="73025"/>
                </a:tc>
                <a:extLst>
                  <a:ext uri="{0D108BD9-81ED-4DB2-BD59-A6C34878D82A}">
                    <a16:rowId xmlns:a16="http://schemas.microsoft.com/office/drawing/2014/main" val="27513419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35685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3825" y="329585"/>
            <a:ext cx="9629775" cy="978729"/>
          </a:xfrm>
        </p:spPr>
        <p:txBody>
          <a:bodyPr/>
          <a:lstStyle/>
          <a:p>
            <a:r>
              <a:rPr lang="ru-RU" dirty="0" smtClean="0"/>
              <a:t>Задача </a:t>
            </a:r>
            <a:r>
              <a:rPr lang="en-US" dirty="0" smtClean="0"/>
              <a:t>5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/>
              <a:t>ИИ-Классификатор КТРУ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quarter" idx="10"/>
          </p:nvPr>
        </p:nvSpPr>
        <p:spPr>
          <a:xfrm>
            <a:off x="123825" y="1308314"/>
            <a:ext cx="11588750" cy="5346486"/>
          </a:xfrm>
        </p:spPr>
        <p:txBody>
          <a:bodyPr/>
          <a:lstStyle/>
          <a:p>
            <a:r>
              <a:rPr lang="ru-RU" b="1" dirty="0"/>
              <a:t>Ключевые технологии:</a:t>
            </a:r>
            <a:r>
              <a:rPr lang="ru-RU" dirty="0"/>
              <a:t/>
            </a:r>
            <a:br>
              <a:rPr lang="ru-RU" dirty="0"/>
            </a:br>
            <a:r>
              <a:rPr lang="ru-RU" dirty="0"/>
              <a:t>Классификация, эмбеддинги, массовая обработка</a:t>
            </a:r>
            <a:endParaRPr lang="en-US" b="1" dirty="0" smtClean="0"/>
          </a:p>
          <a:p>
            <a:r>
              <a:rPr lang="ru-RU" b="1" dirty="0" smtClean="0"/>
              <a:t>Проблема: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ru-RU" dirty="0" smtClean="0"/>
              <a:t>Обработка </a:t>
            </a:r>
            <a:r>
              <a:rPr lang="ru-RU" dirty="0"/>
              <a:t>тендерных спецификаций с сотнями позиций товаров требует ручного сопоставления с кодами КТРУ (Каталог товаров, работ, услуг).</a:t>
            </a:r>
          </a:p>
          <a:p>
            <a:r>
              <a:rPr lang="ru-RU" b="1" dirty="0"/>
              <a:t>Решение</a:t>
            </a:r>
            <a:r>
              <a:rPr lang="ru-RU" b="1" dirty="0" smtClean="0"/>
              <a:t>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ru-RU" dirty="0" smtClean="0"/>
              <a:t>Автоматическое </a:t>
            </a:r>
            <a:r>
              <a:rPr lang="ru-RU" dirty="0"/>
              <a:t>извлечение атрибутов товаров и семантическое сопоставление с кодами КТРУ с использованием векторных </a:t>
            </a:r>
            <a:r>
              <a:rPr lang="ru-RU" dirty="0" err="1"/>
              <a:t>эмбеддингов</a:t>
            </a:r>
            <a:r>
              <a:rPr lang="ru-RU" dirty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273284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3825" y="329585"/>
            <a:ext cx="9629775" cy="978729"/>
          </a:xfrm>
        </p:spPr>
        <p:txBody>
          <a:bodyPr/>
          <a:lstStyle/>
          <a:p>
            <a:r>
              <a:rPr lang="ru-RU" dirty="0" smtClean="0"/>
              <a:t>Задача </a:t>
            </a:r>
            <a:r>
              <a:rPr lang="en-US" dirty="0" smtClean="0"/>
              <a:t>5</a:t>
            </a:r>
            <a:r>
              <a:rPr lang="ru-RU" dirty="0"/>
              <a:t/>
            </a:r>
            <a:br>
              <a:rPr lang="ru-RU" dirty="0"/>
            </a:br>
            <a:r>
              <a:rPr lang="ru-RU" dirty="0"/>
              <a:t>Примерный </a:t>
            </a:r>
            <a:r>
              <a:rPr lang="ru-RU" dirty="0" err="1"/>
              <a:t>ворфлоу</a:t>
            </a:r>
            <a:r>
              <a:rPr lang="ru-RU" dirty="0"/>
              <a:t> задачи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quarter" idx="10"/>
          </p:nvPr>
        </p:nvSpPr>
        <p:spPr>
          <a:xfrm>
            <a:off x="123825" y="1308314"/>
            <a:ext cx="11588750" cy="5346485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ru-RU" dirty="0" smtClean="0"/>
              <a:t>Пользователь </a:t>
            </a:r>
            <a:r>
              <a:rPr lang="ru-RU" dirty="0"/>
              <a:t>загружает файлы со спецификациями товаров (.</a:t>
            </a:r>
            <a:r>
              <a:rPr lang="ru-RU" dirty="0" err="1"/>
              <a:t>xlsx</a:t>
            </a:r>
            <a:r>
              <a:rPr lang="ru-RU" dirty="0"/>
              <a:t>, .</a:t>
            </a:r>
            <a:r>
              <a:rPr lang="ru-RU" dirty="0" err="1"/>
              <a:t>csv</a:t>
            </a:r>
            <a:r>
              <a:rPr lang="ru-RU" dirty="0"/>
              <a:t>, .</a:t>
            </a:r>
            <a:r>
              <a:rPr lang="ru-RU" dirty="0" err="1"/>
              <a:t>pdf</a:t>
            </a:r>
            <a:r>
              <a:rPr lang="ru-RU" dirty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 smtClean="0"/>
              <a:t>ИИ-модуль </a:t>
            </a:r>
            <a:r>
              <a:rPr lang="ru-RU" dirty="0"/>
              <a:t>извлекает атрибуты товара из неструктурированного текста: наименование, бренд, модель, технические характеристики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 smtClean="0"/>
              <a:t>Семантическое </a:t>
            </a:r>
            <a:r>
              <a:rPr lang="ru-RU" dirty="0"/>
              <a:t>сопоставление </a:t>
            </a:r>
            <a:r>
              <a:rPr lang="ru-RU" dirty="0" smtClean="0"/>
              <a:t>извлеченных-данных </a:t>
            </a:r>
            <a:r>
              <a:rPr lang="ru-RU" dirty="0"/>
              <a:t>с кодами КТРУ с использованием векторных </a:t>
            </a:r>
            <a:r>
              <a:rPr lang="ru-RU" dirty="0" err="1"/>
              <a:t>эмбеддингов</a:t>
            </a:r>
            <a:r>
              <a:rPr lang="ru-RU" dirty="0"/>
              <a:t> и текстовых моделей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 smtClean="0"/>
              <a:t>Массовая </a:t>
            </a:r>
            <a:r>
              <a:rPr lang="ru-RU" dirty="0"/>
              <a:t>обработка: загрузка пакетов товаров (до 1000 позиций за один запрос) с асинхронной обработкой через очередь задач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 smtClean="0"/>
              <a:t>Экран </a:t>
            </a:r>
            <a:r>
              <a:rPr lang="ru-RU" dirty="0"/>
              <a:t>результатов: таблица с товарами, предложенными кодами КТРУ, уверенностью модели (%) и возможностью ручной корректировки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888269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3825" y="329585"/>
            <a:ext cx="9629775" cy="978729"/>
          </a:xfrm>
        </p:spPr>
        <p:txBody>
          <a:bodyPr/>
          <a:lstStyle/>
          <a:p>
            <a:r>
              <a:rPr lang="ru-RU" dirty="0"/>
              <a:t>Задача </a:t>
            </a:r>
            <a:r>
              <a:rPr lang="en-US" dirty="0"/>
              <a:t>5</a:t>
            </a:r>
            <a:r>
              <a:rPr lang="en-US" dirty="0"/>
              <a:t/>
            </a:r>
            <a:br>
              <a:rPr lang="en-US" dirty="0"/>
            </a:br>
            <a:r>
              <a:rPr lang="ru-RU" dirty="0"/>
              <a:t>Критерии приемки</a:t>
            </a:r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351817659"/>
              </p:ext>
            </p:extLst>
          </p:nvPr>
        </p:nvGraphicFramePr>
        <p:xfrm>
          <a:off x="123825" y="1308100"/>
          <a:ext cx="11588751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5937">
                  <a:extLst>
                    <a:ext uri="{9D8B030D-6E8A-4147-A177-3AD203B41FA5}">
                      <a16:colId xmlns:a16="http://schemas.microsoft.com/office/drawing/2014/main" val="2076264670"/>
                    </a:ext>
                  </a:extLst>
                </a:gridCol>
                <a:gridCol w="3376246">
                  <a:extLst>
                    <a:ext uri="{9D8B030D-6E8A-4147-A177-3AD203B41FA5}">
                      <a16:colId xmlns:a16="http://schemas.microsoft.com/office/drawing/2014/main" val="1745713717"/>
                    </a:ext>
                  </a:extLst>
                </a:gridCol>
                <a:gridCol w="7606568">
                  <a:extLst>
                    <a:ext uri="{9D8B030D-6E8A-4147-A177-3AD203B41FA5}">
                      <a16:colId xmlns:a16="http://schemas.microsoft.com/office/drawing/2014/main" val="40400400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 b="1">
                          <a:solidFill>
                            <a:schemeClr val="bg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№</a:t>
                      </a:r>
                      <a:endParaRPr lang="ru-RU" sz="2000">
                        <a:solidFill>
                          <a:schemeClr val="bg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73025" marR="730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 b="1">
                          <a:solidFill>
                            <a:schemeClr val="bg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Критерий</a:t>
                      </a:r>
                      <a:endParaRPr lang="ru-RU" sz="2000">
                        <a:solidFill>
                          <a:schemeClr val="bg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73025" marR="730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 b="1" dirty="0">
                          <a:solidFill>
                            <a:schemeClr val="bg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Метрика</a:t>
                      </a:r>
                      <a:endParaRPr lang="ru-RU" sz="2000" dirty="0">
                        <a:solidFill>
                          <a:schemeClr val="bg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73025" marR="73025" anchor="ctr"/>
                </a:tc>
                <a:extLst>
                  <a:ext uri="{0D108BD9-81ED-4DB2-BD59-A6C34878D82A}">
                    <a16:rowId xmlns:a16="http://schemas.microsoft.com/office/drawing/2014/main" val="41920316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1</a:t>
                      </a:r>
                    </a:p>
                  </a:txBody>
                  <a:tcPr marL="73025" marR="730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Извлечение атрибутов</a:t>
                      </a:r>
                    </a:p>
                  </a:txBody>
                  <a:tcPr marL="73025" marR="730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Корректное распознавание ≥ 90% атрибутов (наименование, бренд, модель)</a:t>
                      </a:r>
                    </a:p>
                  </a:txBody>
                  <a:tcPr marL="73025" marR="73025"/>
                </a:tc>
                <a:extLst>
                  <a:ext uri="{0D108BD9-81ED-4DB2-BD59-A6C34878D82A}">
                    <a16:rowId xmlns:a16="http://schemas.microsoft.com/office/drawing/2014/main" val="25852080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2</a:t>
                      </a:r>
                    </a:p>
                  </a:txBody>
                  <a:tcPr marL="73025" marR="730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Точность классификации</a:t>
                      </a:r>
                    </a:p>
                  </a:txBody>
                  <a:tcPr marL="73025" marR="730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Сопоставление с КТРУ ≥ 85% на тестовом датасете</a:t>
                      </a:r>
                    </a:p>
                  </a:txBody>
                  <a:tcPr marL="73025" marR="73025"/>
                </a:tc>
                <a:extLst>
                  <a:ext uri="{0D108BD9-81ED-4DB2-BD59-A6C34878D82A}">
                    <a16:rowId xmlns:a16="http://schemas.microsoft.com/office/drawing/2014/main" val="16917124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3</a:t>
                      </a:r>
                    </a:p>
                  </a:txBody>
                  <a:tcPr marL="73025" marR="730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Массовая обработка</a:t>
                      </a:r>
                    </a:p>
                  </a:txBody>
                  <a:tcPr marL="73025" marR="730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1000 позиций &lt; 5 минут</a:t>
                      </a:r>
                    </a:p>
                  </a:txBody>
                  <a:tcPr marL="73025" marR="73025"/>
                </a:tc>
                <a:extLst>
                  <a:ext uri="{0D108BD9-81ED-4DB2-BD59-A6C34878D82A}">
                    <a16:rowId xmlns:a16="http://schemas.microsoft.com/office/drawing/2014/main" val="4152693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4</a:t>
                      </a:r>
                    </a:p>
                  </a:txBody>
                  <a:tcPr marL="73025" marR="730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Вывод уверенности</a:t>
                      </a:r>
                    </a:p>
                  </a:txBody>
                  <a:tcPr marL="73025" marR="730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Отображение % уверенности модели для каждого товара</a:t>
                      </a:r>
                    </a:p>
                  </a:txBody>
                  <a:tcPr marL="73025" marR="73025"/>
                </a:tc>
                <a:extLst>
                  <a:ext uri="{0D108BD9-81ED-4DB2-BD59-A6C34878D82A}">
                    <a16:rowId xmlns:a16="http://schemas.microsoft.com/office/drawing/2014/main" val="2179934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5</a:t>
                      </a:r>
                    </a:p>
                  </a:txBody>
                  <a:tcPr marL="73025" marR="730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Ручная корректировка</a:t>
                      </a:r>
                    </a:p>
                  </a:txBody>
                  <a:tcPr marL="73025" marR="730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Возможность исправить код КТРУ в интерфейсе</a:t>
                      </a:r>
                    </a:p>
                  </a:txBody>
                  <a:tcPr marL="73025" marR="73025"/>
                </a:tc>
                <a:extLst>
                  <a:ext uri="{0D108BD9-81ED-4DB2-BD59-A6C34878D82A}">
                    <a16:rowId xmlns:a16="http://schemas.microsoft.com/office/drawing/2014/main" val="17272148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6</a:t>
                      </a:r>
                    </a:p>
                  </a:txBody>
                  <a:tcPr marL="73025" marR="730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Асинхронность</a:t>
                      </a:r>
                    </a:p>
                  </a:txBody>
                  <a:tcPr marL="73025" marR="730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Использование очереди задач для обработки</a:t>
                      </a:r>
                    </a:p>
                  </a:txBody>
                  <a:tcPr marL="73025" marR="73025"/>
                </a:tc>
                <a:extLst>
                  <a:ext uri="{0D108BD9-81ED-4DB2-BD59-A6C34878D82A}">
                    <a16:rowId xmlns:a16="http://schemas.microsoft.com/office/drawing/2014/main" val="18450504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7</a:t>
                      </a:r>
                    </a:p>
                  </a:txBody>
                  <a:tcPr marL="73025" marR="730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Архитектура</a:t>
                      </a:r>
                    </a:p>
                  </a:txBody>
                  <a:tcPr marL="73025" marR="730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Запуск через </a:t>
                      </a:r>
                      <a:r>
                        <a:rPr lang="en-US" sz="2000" dirty="0">
                          <a:solidFill>
                            <a:srgbClr val="333333"/>
                          </a:solidFill>
                          <a:effectLst/>
                          <a:latin typeface="Consolas" panose="020B0609020204030204" pitchFamily="49" charset="0"/>
                          <a:ea typeface="Consolas" panose="020B0609020204030204" pitchFamily="49" charset="0"/>
                          <a:cs typeface="Consolas" panose="020B0609020204030204" pitchFamily="49" charset="0"/>
                        </a:rPr>
                        <a:t>docker-compose up --build</a:t>
                      </a:r>
                      <a:endParaRPr lang="ru-RU" sz="20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73025" marR="73025"/>
                </a:tc>
                <a:extLst>
                  <a:ext uri="{0D108BD9-81ED-4DB2-BD59-A6C34878D82A}">
                    <a16:rowId xmlns:a16="http://schemas.microsoft.com/office/drawing/2014/main" val="8626872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112856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3825" y="329585"/>
            <a:ext cx="12068175" cy="1394228"/>
          </a:xfrm>
        </p:spPr>
        <p:txBody>
          <a:bodyPr/>
          <a:lstStyle/>
          <a:p>
            <a:r>
              <a:rPr lang="ru-RU" dirty="0" smtClean="0"/>
              <a:t>Задача </a:t>
            </a:r>
            <a:r>
              <a:rPr lang="en-US" dirty="0" smtClean="0"/>
              <a:t>6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sz="3100" dirty="0"/>
              <a:t>Умный </a:t>
            </a:r>
            <a:r>
              <a:rPr lang="ru-RU" sz="3100" dirty="0" err="1"/>
              <a:t>Агрегатор</a:t>
            </a:r>
            <a:r>
              <a:rPr lang="ru-RU" sz="3100" dirty="0"/>
              <a:t> </a:t>
            </a:r>
            <a:r>
              <a:rPr lang="ru-RU" sz="3100" dirty="0" smtClean="0"/>
              <a:t>Цен</a:t>
            </a:r>
            <a:br>
              <a:rPr lang="ru-RU" sz="3100" dirty="0" smtClean="0"/>
            </a:br>
            <a:r>
              <a:rPr lang="ru-RU" sz="3100" dirty="0" smtClean="0"/>
              <a:t>(</a:t>
            </a:r>
            <a:r>
              <a:rPr lang="ru-RU" sz="3100" dirty="0" err="1"/>
              <a:t>Парсинг</a:t>
            </a:r>
            <a:r>
              <a:rPr lang="ru-RU" sz="3100" dirty="0"/>
              <a:t> с базовой защитой)</a:t>
            </a:r>
            <a:endParaRPr lang="ru-RU" sz="3100" dirty="0"/>
          </a:p>
        </p:txBody>
      </p:sp>
      <p:sp>
        <p:nvSpPr>
          <p:cNvPr id="3" name="Объект 2"/>
          <p:cNvSpPr>
            <a:spLocks noGrp="1"/>
          </p:cNvSpPr>
          <p:nvPr>
            <p:ph sz="quarter" idx="10"/>
          </p:nvPr>
        </p:nvSpPr>
        <p:spPr>
          <a:xfrm>
            <a:off x="123825" y="1723812"/>
            <a:ext cx="11588750" cy="4930987"/>
          </a:xfrm>
        </p:spPr>
        <p:txBody>
          <a:bodyPr/>
          <a:lstStyle/>
          <a:p>
            <a:r>
              <a:rPr lang="ru-RU" b="1" dirty="0"/>
              <a:t>Ключевые технологии:</a:t>
            </a:r>
            <a:r>
              <a:rPr lang="ru-RU" dirty="0"/>
              <a:t/>
            </a:r>
            <a:br>
              <a:rPr lang="ru-RU" dirty="0"/>
            </a:br>
            <a:r>
              <a:rPr lang="ru-RU" dirty="0" err="1"/>
              <a:t>Парсинг</a:t>
            </a:r>
            <a:r>
              <a:rPr lang="ru-RU" dirty="0"/>
              <a:t>, </a:t>
            </a:r>
            <a:r>
              <a:rPr lang="en-US" dirty="0"/>
              <a:t>proxy, </a:t>
            </a:r>
            <a:r>
              <a:rPr lang="ru-RU" dirty="0"/>
              <a:t>структурирование данных</a:t>
            </a:r>
            <a:endParaRPr lang="ru-RU" dirty="0" smtClean="0"/>
          </a:p>
          <a:p>
            <a:r>
              <a:rPr lang="ru-RU" b="1" dirty="0"/>
              <a:t>Проблема</a:t>
            </a:r>
            <a:r>
              <a:rPr lang="ru-RU" b="1" dirty="0" smtClean="0"/>
              <a:t>: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Сбор </a:t>
            </a:r>
            <a:r>
              <a:rPr lang="ru-RU" dirty="0"/>
              <a:t>информации о ценах и товарах из 3-5 открытых источников с базовой защитой от блокировок для анализа рыночных </a:t>
            </a:r>
            <a:r>
              <a:rPr lang="ru-RU" dirty="0" smtClean="0"/>
              <a:t>цен</a:t>
            </a:r>
            <a:endParaRPr lang="ru-RU" dirty="0"/>
          </a:p>
          <a:p>
            <a:r>
              <a:rPr lang="ru-RU" b="1" dirty="0"/>
              <a:t>Решение</a:t>
            </a:r>
            <a:r>
              <a:rPr lang="ru-RU" b="1" dirty="0" smtClean="0"/>
              <a:t>: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Автоматический </a:t>
            </a:r>
            <a:r>
              <a:rPr lang="ru-RU" dirty="0" err="1"/>
              <a:t>парсинг</a:t>
            </a:r>
            <a:r>
              <a:rPr lang="ru-RU" dirty="0"/>
              <a:t> 3-5 источников с базовой защитой от блокировок и структурированием данных в единый </a:t>
            </a:r>
            <a:r>
              <a:rPr lang="ru-RU" dirty="0" smtClean="0"/>
              <a:t>формат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306736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3825" y="329585"/>
            <a:ext cx="9629775" cy="978729"/>
          </a:xfrm>
        </p:spPr>
        <p:txBody>
          <a:bodyPr/>
          <a:lstStyle/>
          <a:p>
            <a:r>
              <a:rPr lang="ru-RU" dirty="0" smtClean="0"/>
              <a:t>Задача </a:t>
            </a:r>
            <a:r>
              <a:rPr lang="en-US" dirty="0" smtClean="0"/>
              <a:t>6</a:t>
            </a:r>
            <a:r>
              <a:rPr lang="ru-RU" dirty="0"/>
              <a:t/>
            </a:r>
            <a:br>
              <a:rPr lang="ru-RU" dirty="0"/>
            </a:br>
            <a:r>
              <a:rPr lang="ru-RU" dirty="0"/>
              <a:t>Примерный </a:t>
            </a:r>
            <a:r>
              <a:rPr lang="ru-RU" dirty="0" err="1"/>
              <a:t>ворфлоу</a:t>
            </a:r>
            <a:r>
              <a:rPr lang="ru-RU" dirty="0"/>
              <a:t> задачи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quarter" idx="10"/>
          </p:nvPr>
        </p:nvSpPr>
        <p:spPr>
          <a:xfrm>
            <a:off x="123825" y="1308314"/>
            <a:ext cx="11588750" cy="5346485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ru-RU" dirty="0" err="1" smtClean="0"/>
              <a:t>Парсер</a:t>
            </a:r>
            <a:r>
              <a:rPr lang="ru-RU" dirty="0" smtClean="0"/>
              <a:t> </a:t>
            </a:r>
            <a:r>
              <a:rPr lang="ru-RU" dirty="0"/>
              <a:t>3-5 источников: сайты заказчиков, реестры контрактов, 1-2 </a:t>
            </a:r>
            <a:r>
              <a:rPr lang="ru-RU" dirty="0" err="1"/>
              <a:t>маркетплейса</a:t>
            </a:r>
            <a:endParaRPr lang="ru-RU" dirty="0"/>
          </a:p>
          <a:p>
            <a:pPr marL="514350" indent="-514350">
              <a:buFont typeface="+mj-lt"/>
              <a:buAutoNum type="arabicPeriod"/>
            </a:pPr>
            <a:r>
              <a:rPr lang="ru-RU" dirty="0" smtClean="0"/>
              <a:t>Базовый </a:t>
            </a:r>
            <a:r>
              <a:rPr lang="ru-RU" dirty="0"/>
              <a:t>модуль анти-</a:t>
            </a:r>
            <a:r>
              <a:rPr lang="ru-RU" dirty="0" err="1"/>
              <a:t>детекта</a:t>
            </a:r>
            <a:r>
              <a:rPr lang="ru-RU" dirty="0"/>
              <a:t>: ротация </a:t>
            </a:r>
            <a:r>
              <a:rPr lang="ru-RU" dirty="0" err="1"/>
              <a:t>User-Agent</a:t>
            </a:r>
            <a:r>
              <a:rPr lang="ru-RU" dirty="0"/>
              <a:t>, рандомизация задержек (5-30 сек), использование 2-3 </a:t>
            </a:r>
            <a:r>
              <a:rPr lang="ru-RU" dirty="0" err="1"/>
              <a:t>proxy</a:t>
            </a:r>
            <a:r>
              <a:rPr lang="ru-RU" dirty="0"/>
              <a:t>-серверов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 smtClean="0"/>
              <a:t>Структурирование </a:t>
            </a:r>
            <a:r>
              <a:rPr lang="ru-RU" dirty="0"/>
              <a:t>данных: автоматическое извлечение цены, наименования товара, условий поставки, контактов поставщика в единый формат (JSON/CSV). Запрещено добавлять шаблон сайта (сайт </a:t>
            </a:r>
            <a:r>
              <a:rPr lang="ru-RU" dirty="0" err="1"/>
              <a:t>парсится</a:t>
            </a:r>
            <a:r>
              <a:rPr lang="ru-RU" dirty="0"/>
              <a:t> ИИ автоматически)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 smtClean="0"/>
              <a:t>Планировщик </a:t>
            </a:r>
            <a:r>
              <a:rPr lang="ru-RU" dirty="0"/>
              <a:t>задач: настройка периодичности сбора данных по каждому источнику (раз в сутки)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 err="1" smtClean="0"/>
              <a:t>Логирование</a:t>
            </a:r>
            <a:r>
              <a:rPr lang="ru-RU" dirty="0" smtClean="0"/>
              <a:t> </a:t>
            </a:r>
            <a:r>
              <a:rPr lang="ru-RU" dirty="0"/>
              <a:t>ошибок: отслеживание неудачных запросов и изменений в структуре сайтов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491552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3825" y="329585"/>
            <a:ext cx="9629775" cy="978729"/>
          </a:xfrm>
        </p:spPr>
        <p:txBody>
          <a:bodyPr/>
          <a:lstStyle/>
          <a:p>
            <a:r>
              <a:rPr lang="ru-RU" dirty="0"/>
              <a:t>Задача </a:t>
            </a:r>
            <a:r>
              <a:rPr lang="en-US" dirty="0"/>
              <a:t>6</a:t>
            </a:r>
            <a:r>
              <a:rPr lang="en-US" dirty="0"/>
              <a:t/>
            </a:r>
            <a:br>
              <a:rPr lang="en-US" dirty="0"/>
            </a:br>
            <a:r>
              <a:rPr lang="ru-RU" dirty="0"/>
              <a:t>Критерии приемки</a:t>
            </a:r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14489568"/>
              </p:ext>
            </p:extLst>
          </p:nvPr>
        </p:nvGraphicFramePr>
        <p:xfrm>
          <a:off x="123825" y="1308100"/>
          <a:ext cx="11588751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2844">
                  <a:extLst>
                    <a:ext uri="{9D8B030D-6E8A-4147-A177-3AD203B41FA5}">
                      <a16:colId xmlns:a16="http://schemas.microsoft.com/office/drawing/2014/main" val="2745319116"/>
                    </a:ext>
                  </a:extLst>
                </a:gridCol>
                <a:gridCol w="3560885">
                  <a:extLst>
                    <a:ext uri="{9D8B030D-6E8A-4147-A177-3AD203B41FA5}">
                      <a16:colId xmlns:a16="http://schemas.microsoft.com/office/drawing/2014/main" val="2566210023"/>
                    </a:ext>
                  </a:extLst>
                </a:gridCol>
                <a:gridCol w="7545022">
                  <a:extLst>
                    <a:ext uri="{9D8B030D-6E8A-4147-A177-3AD203B41FA5}">
                      <a16:colId xmlns:a16="http://schemas.microsoft.com/office/drawing/2014/main" val="337274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 b="1">
                          <a:solidFill>
                            <a:schemeClr val="bg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№</a:t>
                      </a:r>
                      <a:endParaRPr lang="ru-RU" sz="2000">
                        <a:solidFill>
                          <a:schemeClr val="bg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73025" marR="730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 b="1">
                          <a:solidFill>
                            <a:schemeClr val="bg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Критерий</a:t>
                      </a:r>
                      <a:endParaRPr lang="ru-RU" sz="2000">
                        <a:solidFill>
                          <a:schemeClr val="bg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73025" marR="730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 b="1" dirty="0">
                          <a:solidFill>
                            <a:schemeClr val="bg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Метрика</a:t>
                      </a:r>
                      <a:endParaRPr lang="ru-RU" sz="2000" dirty="0">
                        <a:solidFill>
                          <a:schemeClr val="bg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73025" marR="73025" anchor="ctr"/>
                </a:tc>
                <a:extLst>
                  <a:ext uri="{0D108BD9-81ED-4DB2-BD59-A6C34878D82A}">
                    <a16:rowId xmlns:a16="http://schemas.microsoft.com/office/drawing/2014/main" val="28151169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1</a:t>
                      </a:r>
                    </a:p>
                  </a:txBody>
                  <a:tcPr marL="73025" marR="730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Количество источников</a:t>
                      </a:r>
                    </a:p>
                  </a:txBody>
                  <a:tcPr marL="73025" marR="730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Парсинг минимум 3 источников без блокировок</a:t>
                      </a:r>
                    </a:p>
                  </a:txBody>
                  <a:tcPr marL="73025" marR="73025"/>
                </a:tc>
                <a:extLst>
                  <a:ext uri="{0D108BD9-81ED-4DB2-BD59-A6C34878D82A}">
                    <a16:rowId xmlns:a16="http://schemas.microsoft.com/office/drawing/2014/main" val="42033663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2</a:t>
                      </a:r>
                    </a:p>
                  </a:txBody>
                  <a:tcPr marL="73025" marR="730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Анти-детект</a:t>
                      </a:r>
                    </a:p>
                  </a:txBody>
                  <a:tcPr marL="73025" marR="730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Ротация User-Agent, задержки 5-30 сек, 2-3 proxy</a:t>
                      </a:r>
                    </a:p>
                  </a:txBody>
                  <a:tcPr marL="73025" marR="73025"/>
                </a:tc>
                <a:extLst>
                  <a:ext uri="{0D108BD9-81ED-4DB2-BD59-A6C34878D82A}">
                    <a16:rowId xmlns:a16="http://schemas.microsoft.com/office/drawing/2014/main" val="5173861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3</a:t>
                      </a:r>
                    </a:p>
                  </a:txBody>
                  <a:tcPr marL="73025" marR="730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Структурирование данных</a:t>
                      </a:r>
                    </a:p>
                  </a:txBody>
                  <a:tcPr marL="73025" marR="730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Вывод в JSON/CSV с полями: цена, наименование, условия, контакты</a:t>
                      </a:r>
                    </a:p>
                  </a:txBody>
                  <a:tcPr marL="73025" marR="73025"/>
                </a:tc>
                <a:extLst>
                  <a:ext uri="{0D108BD9-81ED-4DB2-BD59-A6C34878D82A}">
                    <a16:rowId xmlns:a16="http://schemas.microsoft.com/office/drawing/2014/main" val="31511318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4</a:t>
                      </a:r>
                    </a:p>
                  </a:txBody>
                  <a:tcPr marL="73025" marR="730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ИИ-извлечение</a:t>
                      </a:r>
                    </a:p>
                  </a:txBody>
                  <a:tcPr marL="73025" marR="730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Автоматический парсинг без шаблонов сайта</a:t>
                      </a:r>
                    </a:p>
                  </a:txBody>
                  <a:tcPr marL="73025" marR="73025"/>
                </a:tc>
                <a:extLst>
                  <a:ext uri="{0D108BD9-81ED-4DB2-BD59-A6C34878D82A}">
                    <a16:rowId xmlns:a16="http://schemas.microsoft.com/office/drawing/2014/main" val="19748117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5</a:t>
                      </a:r>
                    </a:p>
                  </a:txBody>
                  <a:tcPr marL="73025" marR="730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Планировщик задач</a:t>
                      </a:r>
                    </a:p>
                  </a:txBody>
                  <a:tcPr marL="73025" marR="730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Настройка периодичности сбора (раз в сутки)</a:t>
                      </a:r>
                    </a:p>
                  </a:txBody>
                  <a:tcPr marL="73025" marR="73025"/>
                </a:tc>
                <a:extLst>
                  <a:ext uri="{0D108BD9-81ED-4DB2-BD59-A6C34878D82A}">
                    <a16:rowId xmlns:a16="http://schemas.microsoft.com/office/drawing/2014/main" val="29312212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6</a:t>
                      </a:r>
                    </a:p>
                  </a:txBody>
                  <a:tcPr marL="73025" marR="730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Логирование ошибок</a:t>
                      </a:r>
                    </a:p>
                  </a:txBody>
                  <a:tcPr marL="73025" marR="730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Отслеживание неудачных запросов и изменений структуры</a:t>
                      </a:r>
                    </a:p>
                  </a:txBody>
                  <a:tcPr marL="73025" marR="73025"/>
                </a:tc>
                <a:extLst>
                  <a:ext uri="{0D108BD9-81ED-4DB2-BD59-A6C34878D82A}">
                    <a16:rowId xmlns:a16="http://schemas.microsoft.com/office/drawing/2014/main" val="24093036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7</a:t>
                      </a:r>
                    </a:p>
                  </a:txBody>
                  <a:tcPr marL="73025" marR="730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Архитектура</a:t>
                      </a:r>
                    </a:p>
                  </a:txBody>
                  <a:tcPr marL="73025" marR="730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Запуск через </a:t>
                      </a:r>
                      <a:r>
                        <a:rPr lang="en-US" sz="2000" dirty="0">
                          <a:solidFill>
                            <a:srgbClr val="333333"/>
                          </a:solidFill>
                          <a:effectLst/>
                          <a:latin typeface="Consolas" panose="020B0609020204030204" pitchFamily="49" charset="0"/>
                          <a:ea typeface="Consolas" panose="020B0609020204030204" pitchFamily="49" charset="0"/>
                          <a:cs typeface="Consolas" panose="020B0609020204030204" pitchFamily="49" charset="0"/>
                        </a:rPr>
                        <a:t>docker-compose up --build</a:t>
                      </a:r>
                      <a:endParaRPr lang="ru-RU" sz="20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73025" marR="73025"/>
                </a:tc>
                <a:extLst>
                  <a:ext uri="{0D108BD9-81ED-4DB2-BD59-A6C34878D82A}">
                    <a16:rowId xmlns:a16="http://schemas.microsoft.com/office/drawing/2014/main" val="10930720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016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3825" y="329585"/>
            <a:ext cx="9629775" cy="1421928"/>
          </a:xfrm>
        </p:spPr>
        <p:txBody>
          <a:bodyPr/>
          <a:lstStyle/>
          <a:p>
            <a:r>
              <a:rPr lang="ru-RU" dirty="0" smtClean="0"/>
              <a:t>Задача </a:t>
            </a:r>
            <a:r>
              <a:rPr lang="en-US" dirty="0" smtClean="0"/>
              <a:t>7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ИИ-Аудитор Безопасности</a:t>
            </a:r>
            <a:br>
              <a:rPr lang="ru-RU" dirty="0" smtClean="0"/>
            </a:br>
            <a:r>
              <a:rPr lang="ru-RU" dirty="0" smtClean="0"/>
              <a:t>(Проверка </a:t>
            </a:r>
            <a:r>
              <a:rPr lang="ru-RU" dirty="0"/>
              <a:t>документов на </a:t>
            </a:r>
            <a:r>
              <a:rPr lang="ru-RU" dirty="0" err="1"/>
              <a:t>комплаенс</a:t>
            </a:r>
            <a:r>
              <a:rPr lang="ru-RU" dirty="0"/>
              <a:t>)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quarter" idx="10"/>
          </p:nvPr>
        </p:nvSpPr>
        <p:spPr>
          <a:xfrm>
            <a:off x="123825" y="1751512"/>
            <a:ext cx="11588750" cy="4903287"/>
          </a:xfrm>
        </p:spPr>
        <p:txBody>
          <a:bodyPr/>
          <a:lstStyle/>
          <a:p>
            <a:r>
              <a:rPr lang="ru-RU" b="1" dirty="0"/>
              <a:t>Ключевые технологии:</a:t>
            </a:r>
            <a:r>
              <a:rPr lang="ru-RU" dirty="0"/>
              <a:t/>
            </a:r>
            <a:br>
              <a:rPr lang="ru-RU" dirty="0"/>
            </a:br>
            <a:r>
              <a:rPr lang="en-US" dirty="0"/>
              <a:t>NLP, </a:t>
            </a:r>
            <a:r>
              <a:rPr lang="ru-RU" dirty="0"/>
              <a:t>чек-листы, </a:t>
            </a:r>
            <a:r>
              <a:rPr lang="ru-RU" dirty="0" err="1"/>
              <a:t>детекция</a:t>
            </a:r>
            <a:r>
              <a:rPr lang="ru-RU" dirty="0"/>
              <a:t> </a:t>
            </a:r>
            <a:r>
              <a:rPr lang="ru-RU" dirty="0" err="1"/>
              <a:t>ПДн</a:t>
            </a:r>
            <a:endParaRPr lang="ru-RU" dirty="0" smtClean="0"/>
          </a:p>
          <a:p>
            <a:r>
              <a:rPr lang="ru-RU" b="1" dirty="0"/>
              <a:t>Проблема</a:t>
            </a:r>
            <a:r>
              <a:rPr lang="ru-RU" b="1" dirty="0" smtClean="0"/>
              <a:t>: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Автоматический </a:t>
            </a:r>
            <a:r>
              <a:rPr lang="ru-RU" dirty="0"/>
              <a:t>анализ запросов пользователя и приложенных документов на соответствие требованиям безопасности и внутренним регламентам </a:t>
            </a:r>
            <a:r>
              <a:rPr lang="ru-RU" dirty="0" smtClean="0"/>
              <a:t>компании</a:t>
            </a:r>
            <a:endParaRPr lang="ru-RU" dirty="0"/>
          </a:p>
          <a:p>
            <a:r>
              <a:rPr lang="ru-RU" b="1" dirty="0"/>
              <a:t>Решение</a:t>
            </a:r>
            <a:r>
              <a:rPr lang="ru-RU" b="1" dirty="0" smtClean="0"/>
              <a:t>: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Автоматический </a:t>
            </a:r>
            <a:r>
              <a:rPr lang="ru-RU" dirty="0"/>
              <a:t>анализ документов и запросов на соответствие требованиям безопасности с </a:t>
            </a:r>
            <a:r>
              <a:rPr lang="ru-RU" dirty="0" err="1"/>
              <a:t>детекцией</a:t>
            </a:r>
            <a:r>
              <a:rPr lang="ru-RU" dirty="0"/>
              <a:t> чувствительной </a:t>
            </a:r>
            <a:r>
              <a:rPr lang="ru-RU" dirty="0" smtClean="0"/>
              <a:t>информации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821984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3825" y="329585"/>
            <a:ext cx="9629775" cy="978729"/>
          </a:xfrm>
        </p:spPr>
        <p:txBody>
          <a:bodyPr/>
          <a:lstStyle/>
          <a:p>
            <a:r>
              <a:rPr lang="ru-RU" dirty="0" smtClean="0"/>
              <a:t>Задача </a:t>
            </a:r>
            <a:r>
              <a:rPr lang="en-US" dirty="0" smtClean="0"/>
              <a:t>8</a:t>
            </a:r>
            <a:r>
              <a:rPr lang="ru-RU" dirty="0"/>
              <a:t/>
            </a:r>
            <a:br>
              <a:rPr lang="ru-RU" dirty="0"/>
            </a:br>
            <a:r>
              <a:rPr lang="ru-RU" dirty="0"/>
              <a:t>Примерный </a:t>
            </a:r>
            <a:r>
              <a:rPr lang="ru-RU" dirty="0" err="1"/>
              <a:t>ворфлоу</a:t>
            </a:r>
            <a:r>
              <a:rPr lang="ru-RU" dirty="0"/>
              <a:t> задачи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quarter" idx="10"/>
          </p:nvPr>
        </p:nvSpPr>
        <p:spPr>
          <a:xfrm>
            <a:off x="123825" y="1308314"/>
            <a:ext cx="11588750" cy="5346485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ru-RU" dirty="0" smtClean="0"/>
              <a:t>Интерфейс </a:t>
            </a:r>
            <a:r>
              <a:rPr lang="ru-RU" dirty="0"/>
              <a:t>загрузки документов (.</a:t>
            </a:r>
            <a:r>
              <a:rPr lang="ru-RU" dirty="0" err="1"/>
              <a:t>pdf</a:t>
            </a:r>
            <a:r>
              <a:rPr lang="ru-RU" dirty="0"/>
              <a:t>, .</a:t>
            </a:r>
            <a:r>
              <a:rPr lang="ru-RU" dirty="0" err="1"/>
              <a:t>docx</a:t>
            </a:r>
            <a:r>
              <a:rPr lang="ru-RU" dirty="0"/>
              <a:t>, .</a:t>
            </a:r>
            <a:r>
              <a:rPr lang="ru-RU" dirty="0" err="1"/>
              <a:t>xlsx</a:t>
            </a:r>
            <a:r>
              <a:rPr lang="ru-RU" dirty="0"/>
              <a:t>) и текстовых запросов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 smtClean="0"/>
              <a:t>ИИ-модуль </a:t>
            </a:r>
            <a:r>
              <a:rPr lang="ru-RU" dirty="0"/>
              <a:t>проверки на соответствие требованиям: 152-ФЗ (персональные данные), 187-ФЗ (КИИ), GDPR (для международных контрактов), внутренние политики безопасности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 err="1" smtClean="0"/>
              <a:t>Детекция</a:t>
            </a:r>
            <a:r>
              <a:rPr lang="ru-RU" dirty="0" smtClean="0"/>
              <a:t> </a:t>
            </a:r>
            <a:r>
              <a:rPr lang="ru-RU" dirty="0"/>
              <a:t>чувствительной информации: автоматическое выявление </a:t>
            </a:r>
            <a:r>
              <a:rPr lang="ru-RU" dirty="0" err="1"/>
              <a:t>ПДн</a:t>
            </a:r>
            <a:r>
              <a:rPr lang="ru-RU" dirty="0"/>
              <a:t>, коммерческой тайны, финансовых данных в документах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 smtClean="0"/>
              <a:t>Чек-лист </a:t>
            </a:r>
            <a:r>
              <a:rPr lang="ru-RU" dirty="0"/>
              <a:t>проверок: наличие необходимых согласований, грифов конфиденциальности, сроков хранения документов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 smtClean="0"/>
              <a:t>Отчет </a:t>
            </a:r>
            <a:r>
              <a:rPr lang="ru-RU" dirty="0"/>
              <a:t>о проверке: список выявленных нарушений с указанием пунктов регламента, уровень риска (Красный/Желтый/Зеленый), рекомендации по устранению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4332055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3825" y="329585"/>
            <a:ext cx="9629775" cy="978729"/>
          </a:xfrm>
        </p:spPr>
        <p:txBody>
          <a:bodyPr/>
          <a:lstStyle/>
          <a:p>
            <a:r>
              <a:rPr lang="ru-RU" dirty="0"/>
              <a:t>Задача </a:t>
            </a:r>
            <a:r>
              <a:rPr lang="en-US" dirty="0" smtClean="0"/>
              <a:t>7</a:t>
            </a:r>
            <a:r>
              <a:rPr lang="en-US" dirty="0"/>
              <a:t/>
            </a:r>
            <a:br>
              <a:rPr lang="en-US" dirty="0"/>
            </a:br>
            <a:r>
              <a:rPr lang="ru-RU" dirty="0"/>
              <a:t>Критерии приемки</a:t>
            </a:r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2048436034"/>
              </p:ext>
            </p:extLst>
          </p:nvPr>
        </p:nvGraphicFramePr>
        <p:xfrm>
          <a:off x="123825" y="1308100"/>
          <a:ext cx="11588751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0090">
                  <a:extLst>
                    <a:ext uri="{9D8B030D-6E8A-4147-A177-3AD203B41FA5}">
                      <a16:colId xmlns:a16="http://schemas.microsoft.com/office/drawing/2014/main" val="3174978557"/>
                    </a:ext>
                  </a:extLst>
                </a:gridCol>
                <a:gridCol w="3024554">
                  <a:extLst>
                    <a:ext uri="{9D8B030D-6E8A-4147-A177-3AD203B41FA5}">
                      <a16:colId xmlns:a16="http://schemas.microsoft.com/office/drawing/2014/main" val="2438423868"/>
                    </a:ext>
                  </a:extLst>
                </a:gridCol>
                <a:gridCol w="8134107">
                  <a:extLst>
                    <a:ext uri="{9D8B030D-6E8A-4147-A177-3AD203B41FA5}">
                      <a16:colId xmlns:a16="http://schemas.microsoft.com/office/drawing/2014/main" val="19029136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 b="1">
                          <a:solidFill>
                            <a:schemeClr val="bg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№</a:t>
                      </a:r>
                      <a:endParaRPr lang="ru-RU" sz="2000">
                        <a:solidFill>
                          <a:schemeClr val="bg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73025" marR="730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 b="1">
                          <a:solidFill>
                            <a:schemeClr val="bg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Критерий</a:t>
                      </a:r>
                      <a:endParaRPr lang="ru-RU" sz="2000">
                        <a:solidFill>
                          <a:schemeClr val="bg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73025" marR="730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 b="1" dirty="0">
                          <a:solidFill>
                            <a:schemeClr val="bg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Метрика</a:t>
                      </a:r>
                      <a:endParaRPr lang="ru-RU" sz="2000" dirty="0">
                        <a:solidFill>
                          <a:schemeClr val="bg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73025" marR="73025" anchor="ctr"/>
                </a:tc>
                <a:extLst>
                  <a:ext uri="{0D108BD9-81ED-4DB2-BD59-A6C34878D82A}">
                    <a16:rowId xmlns:a16="http://schemas.microsoft.com/office/drawing/2014/main" val="21550814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1</a:t>
                      </a:r>
                    </a:p>
                  </a:txBody>
                  <a:tcPr marL="73025" marR="730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Проверка по НПА</a:t>
                      </a:r>
                    </a:p>
                  </a:txBody>
                  <a:tcPr marL="73025" marR="730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Корректное выявление нарушений по 152-ФЗ, 187-ФЗ, GDPR</a:t>
                      </a:r>
                    </a:p>
                  </a:txBody>
                  <a:tcPr marL="73025" marR="73025"/>
                </a:tc>
                <a:extLst>
                  <a:ext uri="{0D108BD9-81ED-4DB2-BD59-A6C34878D82A}">
                    <a16:rowId xmlns:a16="http://schemas.microsoft.com/office/drawing/2014/main" val="8336179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2</a:t>
                      </a:r>
                    </a:p>
                  </a:txBody>
                  <a:tcPr marL="73025" marR="730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Детекция ПДн</a:t>
                      </a:r>
                    </a:p>
                  </a:txBody>
                  <a:tcPr marL="73025" marR="730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Выявление ≥ 90% персональных данных в документах</a:t>
                      </a:r>
                    </a:p>
                  </a:txBody>
                  <a:tcPr marL="73025" marR="73025"/>
                </a:tc>
                <a:extLst>
                  <a:ext uri="{0D108BD9-81ED-4DB2-BD59-A6C34878D82A}">
                    <a16:rowId xmlns:a16="http://schemas.microsoft.com/office/drawing/2014/main" val="3494163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3</a:t>
                      </a:r>
                    </a:p>
                  </a:txBody>
                  <a:tcPr marL="73025" marR="730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Детекция коммерческой тайны</a:t>
                      </a:r>
                    </a:p>
                  </a:txBody>
                  <a:tcPr marL="73025" marR="730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Выявление ≥ 85% чувствительной информации</a:t>
                      </a:r>
                    </a:p>
                  </a:txBody>
                  <a:tcPr marL="73025" marR="73025"/>
                </a:tc>
                <a:extLst>
                  <a:ext uri="{0D108BD9-81ED-4DB2-BD59-A6C34878D82A}">
                    <a16:rowId xmlns:a16="http://schemas.microsoft.com/office/drawing/2014/main" val="4246373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4</a:t>
                      </a:r>
                    </a:p>
                  </a:txBody>
                  <a:tcPr marL="73025" marR="730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Чек-лист проверок</a:t>
                      </a:r>
                    </a:p>
                  </a:txBody>
                  <a:tcPr marL="73025" marR="730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Проверка по 3 категориям: согласования, грифы, сроки хранения</a:t>
                      </a:r>
                    </a:p>
                  </a:txBody>
                  <a:tcPr marL="73025" marR="73025"/>
                </a:tc>
                <a:extLst>
                  <a:ext uri="{0D108BD9-81ED-4DB2-BD59-A6C34878D82A}">
                    <a16:rowId xmlns:a16="http://schemas.microsoft.com/office/drawing/2014/main" val="483829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5</a:t>
                      </a:r>
                    </a:p>
                  </a:txBody>
                  <a:tcPr marL="73025" marR="730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Отчёт о нарушениях</a:t>
                      </a:r>
                    </a:p>
                  </a:txBody>
                  <a:tcPr marL="73025" marR="730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Указание пунктов регламента для каждого нарушения</a:t>
                      </a:r>
                    </a:p>
                  </a:txBody>
                  <a:tcPr marL="73025" marR="73025"/>
                </a:tc>
                <a:extLst>
                  <a:ext uri="{0D108BD9-81ED-4DB2-BD59-A6C34878D82A}">
                    <a16:rowId xmlns:a16="http://schemas.microsoft.com/office/drawing/2014/main" val="21373824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6</a:t>
                      </a:r>
                    </a:p>
                  </a:txBody>
                  <a:tcPr marL="73025" marR="730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«Светофор рисков»</a:t>
                      </a:r>
                    </a:p>
                  </a:txBody>
                  <a:tcPr marL="73025" marR="730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Визуализация уровня риска (Красный/Жёлтый/Зелёный)</a:t>
                      </a:r>
                    </a:p>
                  </a:txBody>
                  <a:tcPr marL="73025" marR="73025"/>
                </a:tc>
                <a:extLst>
                  <a:ext uri="{0D108BD9-81ED-4DB2-BD59-A6C34878D82A}">
                    <a16:rowId xmlns:a16="http://schemas.microsoft.com/office/drawing/2014/main" val="3591200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7</a:t>
                      </a:r>
                    </a:p>
                  </a:txBody>
                  <a:tcPr marL="73025" marR="730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Архитектура</a:t>
                      </a:r>
                    </a:p>
                  </a:txBody>
                  <a:tcPr marL="73025" marR="730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Запуск через </a:t>
                      </a:r>
                      <a:r>
                        <a:rPr lang="en-US" sz="2000" dirty="0">
                          <a:solidFill>
                            <a:srgbClr val="333333"/>
                          </a:solidFill>
                          <a:effectLst/>
                          <a:latin typeface="Consolas" panose="020B0609020204030204" pitchFamily="49" charset="0"/>
                          <a:ea typeface="Consolas" panose="020B0609020204030204" pitchFamily="49" charset="0"/>
                          <a:cs typeface="Consolas" panose="020B0609020204030204" pitchFamily="49" charset="0"/>
                        </a:rPr>
                        <a:t>docker-compose up --build</a:t>
                      </a:r>
                      <a:endParaRPr lang="ru-RU" sz="20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73025" marR="73025"/>
                </a:tc>
                <a:extLst>
                  <a:ext uri="{0D108BD9-81ED-4DB2-BD59-A6C34878D82A}">
                    <a16:rowId xmlns:a16="http://schemas.microsoft.com/office/drawing/2014/main" val="10656409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045646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3824" y="329585"/>
            <a:ext cx="10224721" cy="1421928"/>
          </a:xfrm>
        </p:spPr>
        <p:txBody>
          <a:bodyPr/>
          <a:lstStyle/>
          <a:p>
            <a:r>
              <a:rPr lang="ru-RU" dirty="0" smtClean="0"/>
              <a:t>Задача </a:t>
            </a:r>
            <a:r>
              <a:rPr lang="en-US" dirty="0" smtClean="0"/>
              <a:t>8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ИИ-Ассистент Дежурного</a:t>
            </a:r>
            <a:br>
              <a:rPr lang="ru-RU" dirty="0" smtClean="0"/>
            </a:br>
            <a:r>
              <a:rPr lang="ru-RU" dirty="0" smtClean="0"/>
              <a:t>(Умная </a:t>
            </a:r>
            <a:r>
              <a:rPr lang="ru-RU" dirty="0"/>
              <a:t>классификация и рекомендации)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quarter" idx="10"/>
          </p:nvPr>
        </p:nvSpPr>
        <p:spPr>
          <a:xfrm>
            <a:off x="123825" y="1751512"/>
            <a:ext cx="11588750" cy="4903287"/>
          </a:xfrm>
        </p:spPr>
        <p:txBody>
          <a:bodyPr/>
          <a:lstStyle/>
          <a:p>
            <a:r>
              <a:rPr lang="ru-RU" b="1" dirty="0"/>
              <a:t>Ключевые технологии:</a:t>
            </a:r>
            <a:r>
              <a:rPr lang="ru-RU" dirty="0"/>
              <a:t/>
            </a:r>
            <a:br>
              <a:rPr lang="ru-RU" dirty="0"/>
            </a:br>
            <a:r>
              <a:rPr lang="ru-RU" dirty="0"/>
              <a:t>Классификация событий, интеграции </a:t>
            </a:r>
            <a:r>
              <a:rPr lang="en-US" dirty="0"/>
              <a:t>API</a:t>
            </a:r>
            <a:endParaRPr lang="ru-RU" dirty="0" smtClean="0"/>
          </a:p>
          <a:p>
            <a:r>
              <a:rPr lang="ru-RU" b="1" dirty="0"/>
              <a:t>Проблема</a:t>
            </a:r>
            <a:r>
              <a:rPr lang="ru-RU" b="1" dirty="0" smtClean="0"/>
              <a:t>: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Автоматическая </a:t>
            </a:r>
            <a:r>
              <a:rPr lang="ru-RU" dirty="0"/>
              <a:t>классификация событий мониторинга и предоставление рекомендаций дежурному инженеру (без автономных действий</a:t>
            </a:r>
            <a:r>
              <a:rPr lang="ru-RU" dirty="0" smtClean="0"/>
              <a:t>)</a:t>
            </a:r>
            <a:endParaRPr lang="ru-RU" dirty="0"/>
          </a:p>
          <a:p>
            <a:r>
              <a:rPr lang="ru-RU" b="1" dirty="0" smtClean="0"/>
              <a:t>Решение: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Автоматическая </a:t>
            </a:r>
            <a:r>
              <a:rPr lang="ru-RU" dirty="0"/>
              <a:t>классификация событий мониторинга и предоставление рекомендаций по реагированию на основе базы знаний </a:t>
            </a:r>
            <a:r>
              <a:rPr lang="ru-RU" dirty="0" smtClean="0"/>
              <a:t>регламентов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1926534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3825" y="329585"/>
            <a:ext cx="9629775" cy="978729"/>
          </a:xfrm>
        </p:spPr>
        <p:txBody>
          <a:bodyPr/>
          <a:lstStyle/>
          <a:p>
            <a:r>
              <a:rPr lang="ru-RU" dirty="0" smtClean="0"/>
              <a:t>Задача </a:t>
            </a:r>
            <a:r>
              <a:rPr lang="ru-RU" dirty="0" smtClean="0"/>
              <a:t>8</a:t>
            </a:r>
            <a:r>
              <a:rPr lang="ru-RU" dirty="0"/>
              <a:t/>
            </a:r>
            <a:br>
              <a:rPr lang="ru-RU" dirty="0"/>
            </a:br>
            <a:r>
              <a:rPr lang="ru-RU" dirty="0"/>
              <a:t>Примерный </a:t>
            </a:r>
            <a:r>
              <a:rPr lang="ru-RU" dirty="0" err="1"/>
              <a:t>ворфлоу</a:t>
            </a:r>
            <a:r>
              <a:rPr lang="ru-RU" dirty="0"/>
              <a:t> задачи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quarter" idx="10"/>
          </p:nvPr>
        </p:nvSpPr>
        <p:spPr>
          <a:xfrm>
            <a:off x="123824" y="1308314"/>
            <a:ext cx="11719413" cy="5346485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ru-RU" sz="2500" dirty="0" smtClean="0"/>
              <a:t>Интеграция </a:t>
            </a:r>
            <a:r>
              <a:rPr lang="ru-RU" sz="2500" dirty="0"/>
              <a:t>с 1-2 системами мониторинга (</a:t>
            </a:r>
            <a:r>
              <a:rPr lang="ru-RU" sz="2500" dirty="0" err="1"/>
              <a:t>Zabbix</a:t>
            </a:r>
            <a:r>
              <a:rPr lang="ru-RU" sz="2500" dirty="0"/>
              <a:t> или </a:t>
            </a:r>
            <a:r>
              <a:rPr lang="ru-RU" sz="2500" dirty="0" err="1"/>
              <a:t>Prometheus</a:t>
            </a:r>
            <a:r>
              <a:rPr lang="ru-RU" sz="2500" dirty="0"/>
              <a:t>) через API для получения событий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500" dirty="0" smtClean="0"/>
              <a:t>ИИ-классификатор </a:t>
            </a:r>
            <a:r>
              <a:rPr lang="ru-RU" sz="2500" dirty="0"/>
              <a:t>инцидентов: автоматическое определение типа события (критическое/предупреждение/информационное), категории (сервер/сеть/БД/приложение) и приоритета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500" dirty="0" smtClean="0"/>
              <a:t>База </a:t>
            </a:r>
            <a:r>
              <a:rPr lang="ru-RU" sz="2500" dirty="0"/>
              <a:t>знаний регламентов: загрузка инструкций по реагированию на типовые инциденты в формате «Если событие X → выполнить действие Y»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500" dirty="0" smtClean="0"/>
              <a:t>Поиск </a:t>
            </a:r>
            <a:r>
              <a:rPr lang="ru-RU" sz="2500" dirty="0"/>
              <a:t>релевантных инструкций: ИИ подбирает подходящую инструкцию по описанию события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500" dirty="0" err="1" smtClean="0"/>
              <a:t>Дашборд</a:t>
            </a:r>
            <a:r>
              <a:rPr lang="ru-RU" sz="2500" dirty="0" smtClean="0"/>
              <a:t> </a:t>
            </a:r>
            <a:r>
              <a:rPr lang="ru-RU" sz="2500" dirty="0"/>
              <a:t>дежурного: отображение текущих событий с рекомендациями («Перезапустить службу </a:t>
            </a:r>
            <a:r>
              <a:rPr lang="ru-RU" sz="2500" dirty="0" err="1"/>
              <a:t>Nginx</a:t>
            </a:r>
            <a:r>
              <a:rPr lang="ru-RU" sz="2500" dirty="0"/>
              <a:t>», «Очистить </a:t>
            </a:r>
            <a:r>
              <a:rPr lang="ru-RU" sz="2500" dirty="0" err="1"/>
              <a:t>логи</a:t>
            </a:r>
            <a:r>
              <a:rPr lang="ru-RU" sz="2500" dirty="0"/>
              <a:t>», «Блокировать IP»)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500" b="1" dirty="0" smtClean="0"/>
              <a:t>Важно</a:t>
            </a:r>
            <a:r>
              <a:rPr lang="ru-RU" sz="2500" b="1" dirty="0"/>
              <a:t>:</a:t>
            </a:r>
            <a:r>
              <a:rPr lang="ru-RU" sz="2500" dirty="0"/>
              <a:t> Ручное подтверждение — дежурный сам выполняет действия, система только рекомендует</a:t>
            </a:r>
            <a:endParaRPr lang="ru-RU" sz="2500" dirty="0"/>
          </a:p>
        </p:txBody>
      </p:sp>
    </p:spTree>
    <p:extLst>
      <p:ext uri="{BB962C8B-B14F-4D97-AF65-F5344CB8AC3E}">
        <p14:creationId xmlns:p14="http://schemas.microsoft.com/office/powerpoint/2010/main" val="189732964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3825" y="329585"/>
            <a:ext cx="9629775" cy="978729"/>
          </a:xfrm>
        </p:spPr>
        <p:txBody>
          <a:bodyPr/>
          <a:lstStyle/>
          <a:p>
            <a:r>
              <a:rPr lang="ru-RU" dirty="0"/>
              <a:t>Задача </a:t>
            </a:r>
            <a:r>
              <a:rPr lang="ru-RU" dirty="0"/>
              <a:t>8</a:t>
            </a:r>
            <a:r>
              <a:rPr lang="en-US" dirty="0"/>
              <a:t/>
            </a:r>
            <a:br>
              <a:rPr lang="en-US" dirty="0"/>
            </a:br>
            <a:r>
              <a:rPr lang="ru-RU" dirty="0"/>
              <a:t>Критерии приемки</a:t>
            </a:r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4073190705"/>
              </p:ext>
            </p:extLst>
          </p:nvPr>
        </p:nvGraphicFramePr>
        <p:xfrm>
          <a:off x="123825" y="1308100"/>
          <a:ext cx="11588751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5260">
                  <a:extLst>
                    <a:ext uri="{9D8B030D-6E8A-4147-A177-3AD203B41FA5}">
                      <a16:colId xmlns:a16="http://schemas.microsoft.com/office/drawing/2014/main" val="3159205405"/>
                    </a:ext>
                  </a:extLst>
                </a:gridCol>
                <a:gridCol w="3824653">
                  <a:extLst>
                    <a:ext uri="{9D8B030D-6E8A-4147-A177-3AD203B41FA5}">
                      <a16:colId xmlns:a16="http://schemas.microsoft.com/office/drawing/2014/main" val="1709666914"/>
                    </a:ext>
                  </a:extLst>
                </a:gridCol>
                <a:gridCol w="7298838">
                  <a:extLst>
                    <a:ext uri="{9D8B030D-6E8A-4147-A177-3AD203B41FA5}">
                      <a16:colId xmlns:a16="http://schemas.microsoft.com/office/drawing/2014/main" val="28771015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 b="1">
                          <a:solidFill>
                            <a:schemeClr val="bg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№</a:t>
                      </a:r>
                      <a:endParaRPr lang="ru-RU" sz="2000">
                        <a:solidFill>
                          <a:schemeClr val="bg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73025" marR="730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 b="1">
                          <a:solidFill>
                            <a:schemeClr val="bg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Критерий</a:t>
                      </a:r>
                      <a:endParaRPr lang="ru-RU" sz="2000">
                        <a:solidFill>
                          <a:schemeClr val="bg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73025" marR="730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 b="1" dirty="0">
                          <a:solidFill>
                            <a:schemeClr val="bg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Метрика</a:t>
                      </a:r>
                      <a:endParaRPr lang="ru-RU" sz="2000" dirty="0">
                        <a:solidFill>
                          <a:schemeClr val="bg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73025" marR="73025" anchor="ctr"/>
                </a:tc>
                <a:extLst>
                  <a:ext uri="{0D108BD9-81ED-4DB2-BD59-A6C34878D82A}">
                    <a16:rowId xmlns:a16="http://schemas.microsoft.com/office/drawing/2014/main" val="38308199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1</a:t>
                      </a:r>
                    </a:p>
                  </a:txBody>
                  <a:tcPr marL="73025" marR="730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Интеграция с мониторингом</a:t>
                      </a:r>
                    </a:p>
                  </a:txBody>
                  <a:tcPr marL="73025" marR="730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Подключение к Zabbix или Prometheus через API</a:t>
                      </a:r>
                    </a:p>
                  </a:txBody>
                  <a:tcPr marL="73025" marR="73025"/>
                </a:tc>
                <a:extLst>
                  <a:ext uri="{0D108BD9-81ED-4DB2-BD59-A6C34878D82A}">
                    <a16:rowId xmlns:a16="http://schemas.microsoft.com/office/drawing/2014/main" val="19248767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2</a:t>
                      </a:r>
                    </a:p>
                  </a:txBody>
                  <a:tcPr marL="73025" marR="730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Классификация событий</a:t>
                      </a:r>
                    </a:p>
                  </a:txBody>
                  <a:tcPr marL="73025" marR="730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Определение типа, категории, приоритета с точностью ≥ 90%</a:t>
                      </a:r>
                    </a:p>
                  </a:txBody>
                  <a:tcPr marL="73025" marR="73025"/>
                </a:tc>
                <a:extLst>
                  <a:ext uri="{0D108BD9-81ED-4DB2-BD59-A6C34878D82A}">
                    <a16:rowId xmlns:a16="http://schemas.microsoft.com/office/drawing/2014/main" val="28612661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3</a:t>
                      </a:r>
                    </a:p>
                  </a:txBody>
                  <a:tcPr marL="73025" marR="730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База знаний регламентов</a:t>
                      </a:r>
                    </a:p>
                  </a:txBody>
                  <a:tcPr marL="73025" marR="730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Загрузка инструкций в формате «Если X → Y»</a:t>
                      </a:r>
                    </a:p>
                  </a:txBody>
                  <a:tcPr marL="73025" marR="73025"/>
                </a:tc>
                <a:extLst>
                  <a:ext uri="{0D108BD9-81ED-4DB2-BD59-A6C34878D82A}">
                    <a16:rowId xmlns:a16="http://schemas.microsoft.com/office/drawing/2014/main" val="25773326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4</a:t>
                      </a:r>
                    </a:p>
                  </a:txBody>
                  <a:tcPr marL="73025" marR="730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Поиск инструкций</a:t>
                      </a:r>
                    </a:p>
                  </a:txBody>
                  <a:tcPr marL="73025" marR="730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Подбор релевантной  инструкции по описанию события</a:t>
                      </a:r>
                    </a:p>
                  </a:txBody>
                  <a:tcPr marL="73025" marR="73025"/>
                </a:tc>
                <a:extLst>
                  <a:ext uri="{0D108BD9-81ED-4DB2-BD59-A6C34878D82A}">
                    <a16:rowId xmlns:a16="http://schemas.microsoft.com/office/drawing/2014/main" val="35871029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5</a:t>
                      </a:r>
                    </a:p>
                  </a:txBody>
                  <a:tcPr marL="73025" marR="730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Дашборд дежурного</a:t>
                      </a:r>
                    </a:p>
                  </a:txBody>
                  <a:tcPr marL="73025" marR="730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Отображение событий с рекомендациями действий</a:t>
                      </a:r>
                    </a:p>
                  </a:txBody>
                  <a:tcPr marL="73025" marR="73025"/>
                </a:tc>
                <a:extLst>
                  <a:ext uri="{0D108BD9-81ED-4DB2-BD59-A6C34878D82A}">
                    <a16:rowId xmlns:a16="http://schemas.microsoft.com/office/drawing/2014/main" val="13373791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6</a:t>
                      </a:r>
                    </a:p>
                  </a:txBody>
                  <a:tcPr marL="73025" marR="730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Ручное подтверждение</a:t>
                      </a:r>
                    </a:p>
                  </a:txBody>
                  <a:tcPr marL="73025" marR="730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Система не выполняет действия автономно</a:t>
                      </a:r>
                    </a:p>
                  </a:txBody>
                  <a:tcPr marL="73025" marR="73025"/>
                </a:tc>
                <a:extLst>
                  <a:ext uri="{0D108BD9-81ED-4DB2-BD59-A6C34878D82A}">
                    <a16:rowId xmlns:a16="http://schemas.microsoft.com/office/drawing/2014/main" val="23244520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7</a:t>
                      </a:r>
                    </a:p>
                  </a:txBody>
                  <a:tcPr marL="73025" marR="730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Архитектура</a:t>
                      </a:r>
                    </a:p>
                  </a:txBody>
                  <a:tcPr marL="73025" marR="730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Запуск через </a:t>
                      </a:r>
                      <a:r>
                        <a:rPr lang="en-US" sz="2000" dirty="0">
                          <a:solidFill>
                            <a:srgbClr val="333333"/>
                          </a:solidFill>
                          <a:effectLst/>
                          <a:latin typeface="Consolas" panose="020B0609020204030204" pitchFamily="49" charset="0"/>
                          <a:ea typeface="Consolas" panose="020B0609020204030204" pitchFamily="49" charset="0"/>
                          <a:cs typeface="Consolas" panose="020B0609020204030204" pitchFamily="49" charset="0"/>
                        </a:rPr>
                        <a:t>docker-compose up --build</a:t>
                      </a:r>
                      <a:endParaRPr lang="ru-RU" sz="20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73025" marR="73025"/>
                </a:tc>
                <a:extLst>
                  <a:ext uri="{0D108BD9-81ED-4DB2-BD59-A6C34878D82A}">
                    <a16:rowId xmlns:a16="http://schemas.microsoft.com/office/drawing/2014/main" val="36530977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400038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3825" y="329585"/>
            <a:ext cx="9629775" cy="1421928"/>
          </a:xfrm>
        </p:spPr>
        <p:txBody>
          <a:bodyPr/>
          <a:lstStyle/>
          <a:p>
            <a:r>
              <a:rPr lang="ru-RU" dirty="0" smtClean="0"/>
              <a:t>Задача </a:t>
            </a:r>
            <a:r>
              <a:rPr lang="en-US" dirty="0" smtClean="0"/>
              <a:t>9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ИИ-Ассистент QA-инженера</a:t>
            </a:r>
            <a:r>
              <a:rPr lang="ru-RU" dirty="0"/>
              <a:t/>
            </a:r>
            <a:br>
              <a:rPr lang="ru-RU" dirty="0"/>
            </a:br>
            <a:r>
              <a:rPr lang="ru-RU" dirty="0" smtClean="0"/>
              <a:t>(Генерация </a:t>
            </a:r>
            <a:r>
              <a:rPr lang="ru-RU" dirty="0"/>
              <a:t>тестов + Анализ кода)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quarter" idx="10"/>
          </p:nvPr>
        </p:nvSpPr>
        <p:spPr>
          <a:xfrm>
            <a:off x="123825" y="1751512"/>
            <a:ext cx="11588750" cy="4903287"/>
          </a:xfrm>
        </p:spPr>
        <p:txBody>
          <a:bodyPr/>
          <a:lstStyle/>
          <a:p>
            <a:r>
              <a:rPr lang="ru-RU" b="1" dirty="0"/>
              <a:t>Ключевые технологии:</a:t>
            </a:r>
            <a:r>
              <a:rPr lang="ru-RU" dirty="0"/>
              <a:t/>
            </a:r>
            <a:br>
              <a:rPr lang="ru-RU" dirty="0"/>
            </a:br>
            <a:r>
              <a:rPr lang="ru-RU" dirty="0"/>
              <a:t>Генерация тестов, анализ кода, CI/CD</a:t>
            </a:r>
            <a:endParaRPr lang="en-US" b="1" dirty="0"/>
          </a:p>
          <a:p>
            <a:r>
              <a:rPr lang="ru-RU" b="1" dirty="0"/>
              <a:t>Проблема</a:t>
            </a:r>
            <a:r>
              <a:rPr lang="ru-RU" b="1" dirty="0" smtClean="0"/>
              <a:t>: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Автоматизация </a:t>
            </a:r>
            <a:r>
              <a:rPr lang="ru-RU" dirty="0"/>
              <a:t>рутинных задач QA-команды: генерация тест-кейсов, создание автотестов и анализ покрытия </a:t>
            </a:r>
            <a:r>
              <a:rPr lang="ru-RU" dirty="0" smtClean="0"/>
              <a:t>кода</a:t>
            </a:r>
            <a:endParaRPr lang="ru-RU" dirty="0"/>
          </a:p>
          <a:p>
            <a:r>
              <a:rPr lang="ru-RU" b="1" dirty="0"/>
              <a:t>Решение</a:t>
            </a:r>
            <a:r>
              <a:rPr lang="ru-RU" b="1" dirty="0" smtClean="0"/>
              <a:t>: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Автоматическая </a:t>
            </a:r>
            <a:r>
              <a:rPr lang="ru-RU" dirty="0"/>
              <a:t>генерация тест-кейсов и автотестов на основе требований с анализом покрытия кода и интеграцией в </a:t>
            </a:r>
            <a:r>
              <a:rPr lang="ru-RU" dirty="0" smtClean="0"/>
              <a:t>CI/CD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0005399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3825" y="329585"/>
            <a:ext cx="9629775" cy="978729"/>
          </a:xfrm>
        </p:spPr>
        <p:txBody>
          <a:bodyPr/>
          <a:lstStyle/>
          <a:p>
            <a:r>
              <a:rPr lang="ru-RU" dirty="0" smtClean="0"/>
              <a:t>Задача </a:t>
            </a:r>
            <a:r>
              <a:rPr lang="en-US" dirty="0" smtClean="0"/>
              <a:t>9</a:t>
            </a:r>
            <a:r>
              <a:rPr lang="ru-RU" dirty="0"/>
              <a:t/>
            </a:r>
            <a:br>
              <a:rPr lang="ru-RU" dirty="0"/>
            </a:br>
            <a:r>
              <a:rPr lang="ru-RU" dirty="0"/>
              <a:t>Примерный </a:t>
            </a:r>
            <a:r>
              <a:rPr lang="ru-RU" dirty="0" err="1"/>
              <a:t>ворфлоу</a:t>
            </a:r>
            <a:r>
              <a:rPr lang="ru-RU" dirty="0"/>
              <a:t> задачи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quarter" idx="10"/>
          </p:nvPr>
        </p:nvSpPr>
        <p:spPr>
          <a:xfrm>
            <a:off x="123825" y="1308314"/>
            <a:ext cx="11588750" cy="5346485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ru-RU" sz="2700" dirty="0" smtClean="0"/>
              <a:t>Интерфейс </a:t>
            </a:r>
            <a:r>
              <a:rPr lang="ru-RU" sz="2700" dirty="0"/>
              <a:t>загрузки спецификаций требований (.</a:t>
            </a:r>
            <a:r>
              <a:rPr lang="ru-RU" sz="2700" dirty="0" err="1"/>
              <a:t>docx</a:t>
            </a:r>
            <a:r>
              <a:rPr lang="ru-RU" sz="2700" dirty="0"/>
              <a:t>, .</a:t>
            </a:r>
            <a:r>
              <a:rPr lang="ru-RU" sz="2700" dirty="0" err="1"/>
              <a:t>pdf</a:t>
            </a:r>
            <a:r>
              <a:rPr lang="ru-RU" sz="2700" dirty="0"/>
              <a:t>, .</a:t>
            </a:r>
            <a:r>
              <a:rPr lang="ru-RU" sz="2700" dirty="0" err="1"/>
              <a:t>md</a:t>
            </a:r>
            <a:r>
              <a:rPr lang="ru-RU" sz="2700" dirty="0"/>
              <a:t>) и исходного кода приложения (.</a:t>
            </a:r>
            <a:r>
              <a:rPr lang="ru-RU" sz="2700" dirty="0" err="1"/>
              <a:t>py</a:t>
            </a:r>
            <a:r>
              <a:rPr lang="ru-RU" sz="2700" dirty="0"/>
              <a:t>, .</a:t>
            </a:r>
            <a:r>
              <a:rPr lang="ru-RU" sz="2700" dirty="0" err="1"/>
              <a:t>js</a:t>
            </a:r>
            <a:r>
              <a:rPr lang="ru-RU" sz="2700" dirty="0"/>
              <a:t>, .</a:t>
            </a:r>
            <a:r>
              <a:rPr lang="ru-RU" sz="2700" dirty="0" err="1"/>
              <a:t>java</a:t>
            </a:r>
            <a:r>
              <a:rPr lang="ru-RU" sz="2700" dirty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700" dirty="0" smtClean="0"/>
              <a:t>ИИ-генератор </a:t>
            </a:r>
            <a:r>
              <a:rPr lang="ru-RU" sz="2700" dirty="0"/>
              <a:t>тест-кейсов: автоматическое создание сценариев тестирования в формате </a:t>
            </a:r>
            <a:r>
              <a:rPr lang="ru-RU" sz="2700" dirty="0" err="1"/>
              <a:t>Gherkin</a:t>
            </a:r>
            <a:r>
              <a:rPr lang="ru-RU" sz="2700" dirty="0"/>
              <a:t> (</a:t>
            </a:r>
            <a:r>
              <a:rPr lang="ru-RU" sz="2700" dirty="0" err="1"/>
              <a:t>Given</a:t>
            </a:r>
            <a:r>
              <a:rPr lang="ru-RU" sz="2700" dirty="0"/>
              <a:t>/</a:t>
            </a:r>
            <a:r>
              <a:rPr lang="ru-RU" sz="2700" dirty="0" err="1"/>
              <a:t>When</a:t>
            </a:r>
            <a:r>
              <a:rPr lang="ru-RU" sz="2700" dirty="0"/>
              <a:t>/</a:t>
            </a:r>
            <a:r>
              <a:rPr lang="ru-RU" sz="2700" dirty="0" err="1"/>
              <a:t>Then</a:t>
            </a:r>
            <a:r>
              <a:rPr lang="ru-RU" sz="2700" dirty="0"/>
              <a:t>) на основе требований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700" dirty="0" smtClean="0"/>
              <a:t>Генератор </a:t>
            </a:r>
            <a:r>
              <a:rPr lang="ru-RU" sz="2700" dirty="0"/>
              <a:t>автотестов: конвертация тест-кейсов в код автотестов (</a:t>
            </a:r>
            <a:r>
              <a:rPr lang="ru-RU" sz="2700" dirty="0" err="1"/>
              <a:t>Python</a:t>
            </a:r>
            <a:r>
              <a:rPr lang="ru-RU" sz="2700" dirty="0"/>
              <a:t> + </a:t>
            </a:r>
            <a:r>
              <a:rPr lang="ru-RU" sz="2700" dirty="0" err="1"/>
              <a:t>pytest</a:t>
            </a:r>
            <a:r>
              <a:rPr lang="ru-RU" sz="2700" dirty="0"/>
              <a:t> или </a:t>
            </a:r>
            <a:r>
              <a:rPr lang="ru-RU" sz="2700" dirty="0" err="1"/>
              <a:t>JavaScript</a:t>
            </a:r>
            <a:r>
              <a:rPr lang="ru-RU" sz="2700" dirty="0"/>
              <a:t> + </a:t>
            </a:r>
            <a:r>
              <a:rPr lang="ru-RU" sz="2700" dirty="0" err="1"/>
              <a:t>Playwright</a:t>
            </a:r>
            <a:r>
              <a:rPr lang="ru-RU" sz="2700" dirty="0"/>
              <a:t>/</a:t>
            </a:r>
            <a:r>
              <a:rPr lang="ru-RU" sz="2700" dirty="0" err="1"/>
              <a:t>Cypress</a:t>
            </a:r>
            <a:r>
              <a:rPr lang="ru-RU" sz="2700" dirty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700" dirty="0" smtClean="0"/>
              <a:t>Анализ </a:t>
            </a:r>
            <a:r>
              <a:rPr lang="ru-RU" sz="2700" dirty="0"/>
              <a:t>покрытия кода: визуализация, какие части кода покрыты тестами, а какие — нет (интеграция с coverage.py или </a:t>
            </a:r>
            <a:r>
              <a:rPr lang="ru-RU" sz="2700" dirty="0" err="1"/>
              <a:t>Istanbul</a:t>
            </a:r>
            <a:r>
              <a:rPr lang="ru-RU" sz="2700" dirty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700" dirty="0" smtClean="0"/>
              <a:t>Экспорт </a:t>
            </a:r>
            <a:r>
              <a:rPr lang="ru-RU" sz="2700" dirty="0"/>
              <a:t>тестов: выгрузка тест-кейсов и автотестов в файлы (.</a:t>
            </a:r>
            <a:r>
              <a:rPr lang="ru-RU" sz="2700" dirty="0" err="1"/>
              <a:t>feature</a:t>
            </a:r>
            <a:r>
              <a:rPr lang="ru-RU" sz="2700" dirty="0"/>
              <a:t>, .</a:t>
            </a:r>
            <a:r>
              <a:rPr lang="ru-RU" sz="2700" dirty="0" err="1"/>
              <a:t>py</a:t>
            </a:r>
            <a:r>
              <a:rPr lang="ru-RU" sz="2700" dirty="0"/>
              <a:t>, .</a:t>
            </a:r>
            <a:r>
              <a:rPr lang="ru-RU" sz="2700" dirty="0" err="1"/>
              <a:t>js</a:t>
            </a:r>
            <a:r>
              <a:rPr lang="ru-RU" sz="2700" dirty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700" dirty="0" err="1" smtClean="0"/>
              <a:t>Дашборд</a:t>
            </a:r>
            <a:r>
              <a:rPr lang="ru-RU" sz="2700" dirty="0" smtClean="0"/>
              <a:t> </a:t>
            </a:r>
            <a:r>
              <a:rPr lang="ru-RU" sz="2700" dirty="0"/>
              <a:t>QA: статистика по количеству тестов, проценту покрытия, успешности прогонов</a:t>
            </a:r>
            <a:endParaRPr lang="ru-RU" sz="2700" dirty="0"/>
          </a:p>
        </p:txBody>
      </p:sp>
    </p:spTree>
    <p:extLst>
      <p:ext uri="{BB962C8B-B14F-4D97-AF65-F5344CB8AC3E}">
        <p14:creationId xmlns:p14="http://schemas.microsoft.com/office/powerpoint/2010/main" val="240528348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3825" y="329585"/>
            <a:ext cx="9629775" cy="978729"/>
          </a:xfrm>
        </p:spPr>
        <p:txBody>
          <a:bodyPr/>
          <a:lstStyle/>
          <a:p>
            <a:r>
              <a:rPr lang="ru-RU" dirty="0"/>
              <a:t>Задача </a:t>
            </a:r>
            <a:r>
              <a:rPr lang="en-US" dirty="0"/>
              <a:t>9</a:t>
            </a:r>
            <a:r>
              <a:rPr lang="en-US" dirty="0"/>
              <a:t/>
            </a:r>
            <a:br>
              <a:rPr lang="en-US" dirty="0"/>
            </a:br>
            <a:r>
              <a:rPr lang="ru-RU" dirty="0"/>
              <a:t>Критерии приемки</a:t>
            </a:r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3567268018"/>
              </p:ext>
            </p:extLst>
          </p:nvPr>
        </p:nvGraphicFramePr>
        <p:xfrm>
          <a:off x="123825" y="1308100"/>
          <a:ext cx="11588751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6467">
                  <a:extLst>
                    <a:ext uri="{9D8B030D-6E8A-4147-A177-3AD203B41FA5}">
                      <a16:colId xmlns:a16="http://schemas.microsoft.com/office/drawing/2014/main" val="1684982065"/>
                    </a:ext>
                  </a:extLst>
                </a:gridCol>
                <a:gridCol w="3692770">
                  <a:extLst>
                    <a:ext uri="{9D8B030D-6E8A-4147-A177-3AD203B41FA5}">
                      <a16:colId xmlns:a16="http://schemas.microsoft.com/office/drawing/2014/main" val="2299571547"/>
                    </a:ext>
                  </a:extLst>
                </a:gridCol>
                <a:gridCol w="7439514">
                  <a:extLst>
                    <a:ext uri="{9D8B030D-6E8A-4147-A177-3AD203B41FA5}">
                      <a16:colId xmlns:a16="http://schemas.microsoft.com/office/drawing/2014/main" val="23657211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 b="1">
                          <a:solidFill>
                            <a:schemeClr val="bg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№</a:t>
                      </a:r>
                      <a:endParaRPr lang="ru-RU" sz="2000">
                        <a:solidFill>
                          <a:schemeClr val="bg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73025" marR="730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 b="1">
                          <a:solidFill>
                            <a:schemeClr val="bg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Критерий</a:t>
                      </a:r>
                      <a:endParaRPr lang="ru-RU" sz="2000">
                        <a:solidFill>
                          <a:schemeClr val="bg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73025" marR="730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 b="1" dirty="0">
                          <a:solidFill>
                            <a:schemeClr val="bg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Метрика</a:t>
                      </a:r>
                      <a:endParaRPr lang="ru-RU" sz="2000" dirty="0">
                        <a:solidFill>
                          <a:schemeClr val="bg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73025" marR="73025" anchor="ctr"/>
                </a:tc>
                <a:extLst>
                  <a:ext uri="{0D108BD9-81ED-4DB2-BD59-A6C34878D82A}">
                    <a16:rowId xmlns:a16="http://schemas.microsoft.com/office/drawing/2014/main" val="8359654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1</a:t>
                      </a:r>
                    </a:p>
                  </a:txBody>
                  <a:tcPr marL="73025" marR="730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Генерация тест-кейсов</a:t>
                      </a:r>
                    </a:p>
                  </a:txBody>
                  <a:tcPr marL="73025" marR="730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Создание сценариев в формате Gherkin (Given/When/Then)</a:t>
                      </a:r>
                    </a:p>
                  </a:txBody>
                  <a:tcPr marL="73025" marR="73025"/>
                </a:tc>
                <a:extLst>
                  <a:ext uri="{0D108BD9-81ED-4DB2-BD59-A6C34878D82A}">
                    <a16:rowId xmlns:a16="http://schemas.microsoft.com/office/drawing/2014/main" val="27248344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2</a:t>
                      </a:r>
                    </a:p>
                  </a:txBody>
                  <a:tcPr marL="73025" marR="730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Генерация автотестов</a:t>
                      </a:r>
                    </a:p>
                  </a:txBody>
                  <a:tcPr marL="73025" marR="730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Конвертация в Python+pytest или JS+Playwright/Cypress</a:t>
                      </a:r>
                    </a:p>
                  </a:txBody>
                  <a:tcPr marL="73025" marR="73025"/>
                </a:tc>
                <a:extLst>
                  <a:ext uri="{0D108BD9-81ED-4DB2-BD59-A6C34878D82A}">
                    <a16:rowId xmlns:a16="http://schemas.microsoft.com/office/drawing/2014/main" val="37582922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3</a:t>
                      </a:r>
                    </a:p>
                  </a:txBody>
                  <a:tcPr marL="73025" marR="730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Анализ покрытия кода</a:t>
                      </a:r>
                    </a:p>
                  </a:txBody>
                  <a:tcPr marL="73025" marR="730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Визуализация покрытых и непокрытых участков кода</a:t>
                      </a:r>
                    </a:p>
                  </a:txBody>
                  <a:tcPr marL="73025" marR="73025"/>
                </a:tc>
                <a:extLst>
                  <a:ext uri="{0D108BD9-81ED-4DB2-BD59-A6C34878D82A}">
                    <a16:rowId xmlns:a16="http://schemas.microsoft.com/office/drawing/2014/main" val="34047723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4</a:t>
                      </a:r>
                    </a:p>
                  </a:txBody>
                  <a:tcPr marL="73025" marR="730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Интеграция с </a:t>
                      </a:r>
                      <a:r>
                        <a:rPr lang="ru-RU" sz="2000" u="sng">
                          <a:solidFill>
                            <a:srgbClr val="0563C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  <a:hlinkClick r:id="rId2"/>
                        </a:rPr>
                        <a:t>coverage.py/Istanbul</a:t>
                      </a:r>
                      <a:endParaRPr lang="ru-RU" sz="200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73025" marR="730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Корректное отображение процента покрытия</a:t>
                      </a:r>
                    </a:p>
                  </a:txBody>
                  <a:tcPr marL="73025" marR="73025"/>
                </a:tc>
                <a:extLst>
                  <a:ext uri="{0D108BD9-81ED-4DB2-BD59-A6C34878D82A}">
                    <a16:rowId xmlns:a16="http://schemas.microsoft.com/office/drawing/2014/main" val="22230301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5</a:t>
                      </a:r>
                    </a:p>
                  </a:txBody>
                  <a:tcPr marL="73025" marR="730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Экспорт тестов</a:t>
                      </a:r>
                    </a:p>
                  </a:txBody>
                  <a:tcPr marL="73025" marR="730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Выгрузка в файлы .feature, .py, .js</a:t>
                      </a:r>
                    </a:p>
                  </a:txBody>
                  <a:tcPr marL="73025" marR="73025"/>
                </a:tc>
                <a:extLst>
                  <a:ext uri="{0D108BD9-81ED-4DB2-BD59-A6C34878D82A}">
                    <a16:rowId xmlns:a16="http://schemas.microsoft.com/office/drawing/2014/main" val="39664453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6</a:t>
                      </a:r>
                    </a:p>
                  </a:txBody>
                  <a:tcPr marL="73025" marR="730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Дашборд QA</a:t>
                      </a:r>
                    </a:p>
                  </a:txBody>
                  <a:tcPr marL="73025" marR="730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Статистика: количество тестов, покрытие, успешность</a:t>
                      </a:r>
                    </a:p>
                  </a:txBody>
                  <a:tcPr marL="73025" marR="73025"/>
                </a:tc>
                <a:extLst>
                  <a:ext uri="{0D108BD9-81ED-4DB2-BD59-A6C34878D82A}">
                    <a16:rowId xmlns:a16="http://schemas.microsoft.com/office/drawing/2014/main" val="13120095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7</a:t>
                      </a:r>
                    </a:p>
                  </a:txBody>
                  <a:tcPr marL="73025" marR="730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Архитектура</a:t>
                      </a:r>
                    </a:p>
                  </a:txBody>
                  <a:tcPr marL="73025" marR="730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2000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2"/>
                        </a:rPr>
                        <a:t>Запуск через </a:t>
                      </a:r>
                      <a:r>
                        <a:rPr lang="en-US" sz="2000" dirty="0">
                          <a:solidFill>
                            <a:srgbClr val="333333"/>
                          </a:solidFill>
                          <a:effectLst/>
                          <a:latin typeface="Consolas" panose="020B0609020204030204" pitchFamily="49" charset="0"/>
                          <a:ea typeface="Consolas" panose="020B0609020204030204" pitchFamily="49" charset="0"/>
                          <a:cs typeface="Consolas" panose="020B0609020204030204" pitchFamily="49" charset="0"/>
                        </a:rPr>
                        <a:t>docker-compose up --build</a:t>
                      </a:r>
                      <a:endParaRPr lang="ru-RU" sz="20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73025" marR="73025"/>
                </a:tc>
                <a:extLst>
                  <a:ext uri="{0D108BD9-81ED-4DB2-BD59-A6C34878D82A}">
                    <a16:rowId xmlns:a16="http://schemas.microsoft.com/office/drawing/2014/main" val="8281574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62225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Другая 3">
      <a:dk1>
        <a:srgbClr val="2C303C"/>
      </a:dk1>
      <a:lt1>
        <a:srgbClr val="FFFFFF"/>
      </a:lt1>
      <a:dk2>
        <a:srgbClr val="2C303C"/>
      </a:dk2>
      <a:lt2>
        <a:srgbClr val="FFFFFF"/>
      </a:lt2>
      <a:accent1>
        <a:srgbClr val="EE0022"/>
      </a:accent1>
      <a:accent2>
        <a:srgbClr val="ABADED"/>
      </a:accent2>
      <a:accent3>
        <a:srgbClr val="2C4B90"/>
      </a:accent3>
      <a:accent4>
        <a:srgbClr val="4A75D6"/>
      </a:accent4>
      <a:accent5>
        <a:srgbClr val="6BD3A9"/>
      </a:accent5>
      <a:accent6>
        <a:srgbClr val="ECC124"/>
      </a:accent6>
      <a:hlink>
        <a:srgbClr val="EE0022"/>
      </a:hlink>
      <a:folHlink>
        <a:srgbClr val="2C303C"/>
      </a:folHlink>
    </a:clrScheme>
    <a:fontScheme name="B2B_PTC">
      <a:majorFont>
        <a:latin typeface="Benzin-Semibold"/>
        <a:ea typeface=""/>
        <a:cs typeface=""/>
      </a:majorFont>
      <a:minorFont>
        <a:latin typeface="Onest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5096</TotalTime>
  <Words>2290</Words>
  <Application>Microsoft Office PowerPoint</Application>
  <PresentationFormat>Широкоэкранный</PresentationFormat>
  <Paragraphs>366</Paragraphs>
  <Slides>35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35</vt:i4>
      </vt:variant>
    </vt:vector>
  </HeadingPairs>
  <TitlesOfParts>
    <vt:vector size="44" baseType="lpstr">
      <vt:lpstr>Microsoft YaHei</vt:lpstr>
      <vt:lpstr>Arial</vt:lpstr>
      <vt:lpstr>Arial Black</vt:lpstr>
      <vt:lpstr>Consolas</vt:lpstr>
      <vt:lpstr>Graphik Regular</vt:lpstr>
      <vt:lpstr>Onest</vt:lpstr>
      <vt:lpstr>Segoe UI</vt:lpstr>
      <vt:lpstr>Segoe UI Semibold</vt:lpstr>
      <vt:lpstr>Тема Office</vt:lpstr>
      <vt:lpstr>КЕЙС-ЧЕМПИОНАТ AI Procurement Copilot</vt:lpstr>
      <vt:lpstr>Команда</vt:lpstr>
      <vt:lpstr>Задания кейс-чемпионата</vt:lpstr>
      <vt:lpstr>Описание</vt:lpstr>
      <vt:lpstr>ОБЩИЕ ТЕХНИЧЕСКИЕ ТРЕБОВАНИЯ (Единый стек для всех задач)</vt:lpstr>
      <vt:lpstr>Требования к развёртыванию</vt:lpstr>
      <vt:lpstr>Результат 1-го этапа</vt:lpstr>
      <vt:lpstr>Общение с командами</vt:lpstr>
      <vt:lpstr>Задача 1 Светофор рисков документов</vt:lpstr>
      <vt:lpstr>Задача 1 Примерный ворфлоу задачи</vt:lpstr>
      <vt:lpstr>Задача 1 Критерии приемки</vt:lpstr>
      <vt:lpstr>Задача 2 Классификатор товаров по ПП № 1875</vt:lpstr>
      <vt:lpstr>Задача 2 Примерный ворфлоу задачи</vt:lpstr>
      <vt:lpstr>Задача 2 Критерии приемки</vt:lpstr>
      <vt:lpstr>Задача 3 Умный поиск товаров с ценами</vt:lpstr>
      <vt:lpstr>Задача 3 Примерный ворфлоу задачи</vt:lpstr>
      <vt:lpstr>Задача 3 Критерии приемки</vt:lpstr>
      <vt:lpstr>Задача 4 Скоринг закупки по параметрам</vt:lpstr>
      <vt:lpstr>Задача 4 Примерный ворфлоу задачи</vt:lpstr>
      <vt:lpstr>Задача 4 Критерии приемки</vt:lpstr>
      <vt:lpstr>Задача 5 ИИ-Классификатор КТРУ</vt:lpstr>
      <vt:lpstr>Задача 5 Примерный ворфлоу задачи</vt:lpstr>
      <vt:lpstr>Задача 5 Критерии приемки</vt:lpstr>
      <vt:lpstr>Задача 6 Умный Агрегатор Цен (Парсинг с базовой защитой)</vt:lpstr>
      <vt:lpstr>Задача 6 Примерный ворфлоу задачи</vt:lpstr>
      <vt:lpstr>Задача 6 Критерии приемки</vt:lpstr>
      <vt:lpstr>Задача 7 ИИ-Аудитор Безопасности (Проверка документов на комплаенс)</vt:lpstr>
      <vt:lpstr>Задача 8 Примерный ворфлоу задачи</vt:lpstr>
      <vt:lpstr>Задача 7 Критерии приемки</vt:lpstr>
      <vt:lpstr>Задача 8 ИИ-Ассистент Дежурного (Умная классификация и рекомендации)</vt:lpstr>
      <vt:lpstr>Задача 8 Примерный ворфлоу задачи</vt:lpstr>
      <vt:lpstr>Задача 8 Критерии приемки</vt:lpstr>
      <vt:lpstr>Задача 9 ИИ-Ассистент QA-инженера (Генерация тестов + Анализ кода)</vt:lpstr>
      <vt:lpstr>Задача 9 Примерный ворфлоу задачи</vt:lpstr>
      <vt:lpstr>Задача 9 Критерии приемки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РУКОВОДСТВО  ПО ИСПОЛЬЗОВАНИЮ ШАБЛОНА</dc:title>
  <dc:creator>Aleksandra Rostovskaya</dc:creator>
  <cp:lastModifiedBy>Чапкин Николай Сергеевич</cp:lastModifiedBy>
  <cp:revision>132</cp:revision>
  <dcterms:created xsi:type="dcterms:W3CDTF">2025-11-02T12:20:15Z</dcterms:created>
  <dcterms:modified xsi:type="dcterms:W3CDTF">2026-10-01T07:43:41Z</dcterms:modified>
</cp:coreProperties>
</file>